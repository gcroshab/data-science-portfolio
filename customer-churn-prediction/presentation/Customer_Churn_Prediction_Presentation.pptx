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708"/>
  </p:normalViewPr>
  <p:slideViewPr>
    <p:cSldViewPr snapToGrid="0" snapToObjects="1">
      <p:cViewPr varScale="1">
        <p:scale>
          <a:sx n="103" d="100"/>
          <a:sy n="103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svg"/><Relationship Id="rId1" Type="http://schemas.openxmlformats.org/officeDocument/2006/relationships/image" Target="../media/image16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svg"/><Relationship Id="rId1" Type="http://schemas.openxmlformats.org/officeDocument/2006/relationships/image" Target="../media/image16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39BF54-96CE-4E94-AABA-AA4640037ED4}" type="doc">
      <dgm:prSet loTypeId="urn:microsoft.com/office/officeart/2018/2/layout/IconCircleList" loCatId="icon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C20CBF77-6233-495D-99BD-E5E6B1962D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latin typeface="Aptos" panose="020B0004020202020204" pitchFamily="34" charset="0"/>
              <a:cs typeface="Times New Roman" panose="02020603050405020304" pitchFamily="18" charset="0"/>
            </a:rPr>
            <a:t>Identify factors associated with customer churn.</a:t>
          </a:r>
        </a:p>
      </dgm:t>
    </dgm:pt>
    <dgm:pt modelId="{1EC885F4-B1DF-4CC7-AB85-842FF5D48961}" type="parTrans" cxnId="{88CE9832-71CB-4B60-8644-91FDFF85A575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3648AC-2714-4638-BB71-363C3588852F}" type="sibTrans" cxnId="{88CE9832-71CB-4B60-8644-91FDFF85A575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35EC12-648F-4A6C-8CE9-A6C2E21ABC7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ptos" panose="020B0004020202020204" pitchFamily="34" charset="0"/>
              <a:cs typeface="Times New Roman" panose="02020603050405020304" pitchFamily="18" charset="0"/>
            </a:rPr>
            <a:t>Analyze tenure, contract type, monthly charges, and internet service.</a:t>
          </a:r>
        </a:p>
      </dgm:t>
    </dgm:pt>
    <dgm:pt modelId="{74F29B36-A6F3-49AD-ABB1-CD8545C30EBA}" type="parTrans" cxnId="{13196FB5-76B2-471F-9CD3-51BA0B87B345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D6D940-26DA-46B2-A412-8289231A948B}" type="sibTrans" cxnId="{13196FB5-76B2-471F-9CD3-51BA0B87B345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937276-8351-44CA-99B2-907F9D8D6B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ptos" panose="020B0004020202020204" pitchFamily="34" charset="0"/>
              <a:cs typeface="Times New Roman" panose="02020603050405020304" pitchFamily="18" charset="0"/>
            </a:rPr>
            <a:t>Compare Logistic Regression, Decision Tree, and Random Forest.</a:t>
          </a:r>
        </a:p>
      </dgm:t>
    </dgm:pt>
    <dgm:pt modelId="{B1916564-AED1-4C46-8FE2-7271622C6BF2}" type="parTrans" cxnId="{8A11C8B1-879E-4CDE-83BF-292865564C22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C6AB40-AC8E-482B-A032-D6F7FFA4FD2D}" type="sibTrans" cxnId="{8A11C8B1-879E-4CDE-83BF-292865564C22}">
      <dgm:prSet/>
      <dgm:spPr/>
      <dgm:t>
        <a:bodyPr/>
        <a:lstStyle/>
        <a:p>
          <a:pPr>
            <a:lnSpc>
              <a:spcPct val="100000"/>
            </a:lnSpc>
          </a:pP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B7BBDE-7174-4A1A-B92E-FE6BDA4CF3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latin typeface="Aptos" panose="020B0004020202020204" pitchFamily="34" charset="0"/>
              <a:cs typeface="Times New Roman" panose="02020603050405020304" pitchFamily="18" charset="0"/>
            </a:rPr>
            <a:t>Evaluate models using accuracy, precision, recall, and F1-score.</a:t>
          </a:r>
        </a:p>
      </dgm:t>
    </dgm:pt>
    <dgm:pt modelId="{C806FE6E-78E9-4BD8-852D-9D6770425322}" type="parTrans" cxnId="{4F958DB4-1A1D-40C3-9FD6-8608FBA61730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A7E9CA-CBB4-4FAF-91AC-5673121446AA}" type="sibTrans" cxnId="{4F958DB4-1A1D-40C3-9FD6-8608FBA61730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9C0882-152D-4464-B24D-CC3F70DD2775}" type="pres">
      <dgm:prSet presAssocID="{AE39BF54-96CE-4E94-AABA-AA4640037ED4}" presName="root" presStyleCnt="0">
        <dgm:presLayoutVars>
          <dgm:dir/>
          <dgm:resizeHandles val="exact"/>
        </dgm:presLayoutVars>
      </dgm:prSet>
      <dgm:spPr/>
    </dgm:pt>
    <dgm:pt modelId="{DBCEA0EF-6B01-4528-A44B-00950D90422C}" type="pres">
      <dgm:prSet presAssocID="{AE39BF54-96CE-4E94-AABA-AA4640037ED4}" presName="container" presStyleCnt="0">
        <dgm:presLayoutVars>
          <dgm:dir/>
          <dgm:resizeHandles val="exact"/>
        </dgm:presLayoutVars>
      </dgm:prSet>
      <dgm:spPr/>
    </dgm:pt>
    <dgm:pt modelId="{5096F533-FB4A-4451-87D3-00203EEC469C}" type="pres">
      <dgm:prSet presAssocID="{C20CBF77-6233-495D-99BD-E5E6B1962D12}" presName="compNode" presStyleCnt="0"/>
      <dgm:spPr/>
    </dgm:pt>
    <dgm:pt modelId="{6DBA4C3A-DB7C-4175-9AE8-BD19C54F8895}" type="pres">
      <dgm:prSet presAssocID="{C20CBF77-6233-495D-99BD-E5E6B1962D12}" presName="iconBgRect" presStyleLbl="bgShp" presStyleIdx="0" presStyleCnt="4"/>
      <dgm:spPr/>
    </dgm:pt>
    <dgm:pt modelId="{395FEDBF-3C60-4134-9FD6-37F483270051}" type="pres">
      <dgm:prSet presAssocID="{C20CBF77-6233-495D-99BD-E5E6B1962D1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BCDD935-77F0-44E2-871E-807E4226651D}" type="pres">
      <dgm:prSet presAssocID="{C20CBF77-6233-495D-99BD-E5E6B1962D12}" presName="spaceRect" presStyleCnt="0"/>
      <dgm:spPr/>
    </dgm:pt>
    <dgm:pt modelId="{E9292C7E-5101-4673-8584-6271A5666899}" type="pres">
      <dgm:prSet presAssocID="{C20CBF77-6233-495D-99BD-E5E6B1962D12}" presName="textRect" presStyleLbl="revTx" presStyleIdx="0" presStyleCnt="4">
        <dgm:presLayoutVars>
          <dgm:chMax val="1"/>
          <dgm:chPref val="1"/>
        </dgm:presLayoutVars>
      </dgm:prSet>
      <dgm:spPr/>
    </dgm:pt>
    <dgm:pt modelId="{3E437192-6E97-45F1-AD3B-820F0C2D0B23}" type="pres">
      <dgm:prSet presAssocID="{BB3648AC-2714-4638-BB71-363C3588852F}" presName="sibTrans" presStyleLbl="sibTrans2D1" presStyleIdx="0" presStyleCnt="0"/>
      <dgm:spPr/>
    </dgm:pt>
    <dgm:pt modelId="{FE153A2A-21D6-40AC-B8D0-389490F4AB4C}" type="pres">
      <dgm:prSet presAssocID="{A835EC12-648F-4A6C-8CE9-A6C2E21ABC78}" presName="compNode" presStyleCnt="0"/>
      <dgm:spPr/>
    </dgm:pt>
    <dgm:pt modelId="{6F1AF87F-FB36-4210-B327-C1F15E5E18B2}" type="pres">
      <dgm:prSet presAssocID="{A835EC12-648F-4A6C-8CE9-A6C2E21ABC78}" presName="iconBgRect" presStyleLbl="bgShp" presStyleIdx="1" presStyleCnt="4"/>
      <dgm:spPr/>
    </dgm:pt>
    <dgm:pt modelId="{45A2C801-8ECC-4258-A9C0-34DD71DD583D}" type="pres">
      <dgm:prSet presAssocID="{A835EC12-648F-4A6C-8CE9-A6C2E21ABC7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FFD7F124-4A7C-4E20-93D3-93C16CC486D4}" type="pres">
      <dgm:prSet presAssocID="{A835EC12-648F-4A6C-8CE9-A6C2E21ABC78}" presName="spaceRect" presStyleCnt="0"/>
      <dgm:spPr/>
    </dgm:pt>
    <dgm:pt modelId="{248E93D2-D68B-461B-813E-9578B9EF8ED3}" type="pres">
      <dgm:prSet presAssocID="{A835EC12-648F-4A6C-8CE9-A6C2E21ABC78}" presName="textRect" presStyleLbl="revTx" presStyleIdx="1" presStyleCnt="4">
        <dgm:presLayoutVars>
          <dgm:chMax val="1"/>
          <dgm:chPref val="1"/>
        </dgm:presLayoutVars>
      </dgm:prSet>
      <dgm:spPr/>
    </dgm:pt>
    <dgm:pt modelId="{0C682243-3E4E-4DE0-B8B5-3850C52DAB2B}" type="pres">
      <dgm:prSet presAssocID="{C8D6D940-26DA-46B2-A412-8289231A948B}" presName="sibTrans" presStyleLbl="sibTrans2D1" presStyleIdx="0" presStyleCnt="0"/>
      <dgm:spPr/>
    </dgm:pt>
    <dgm:pt modelId="{A8AF609F-C3B4-4E99-A7C6-CE171462FAD3}" type="pres">
      <dgm:prSet presAssocID="{01937276-8351-44CA-99B2-907F9D8D6BEF}" presName="compNode" presStyleCnt="0"/>
      <dgm:spPr/>
    </dgm:pt>
    <dgm:pt modelId="{4F17F628-E18C-4A41-ACDD-A2FBEEF18F77}" type="pres">
      <dgm:prSet presAssocID="{01937276-8351-44CA-99B2-907F9D8D6BEF}" presName="iconBgRect" presStyleLbl="bgShp" presStyleIdx="2" presStyleCnt="4"/>
      <dgm:spPr/>
    </dgm:pt>
    <dgm:pt modelId="{E6EE7659-385B-4CF5-B39E-DD7FF67743DD}" type="pres">
      <dgm:prSet presAssocID="{01937276-8351-44CA-99B2-907F9D8D6B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B6E0DA3B-C49F-44C3-ADEB-B819210EDDA8}" type="pres">
      <dgm:prSet presAssocID="{01937276-8351-44CA-99B2-907F9D8D6BEF}" presName="spaceRect" presStyleCnt="0"/>
      <dgm:spPr/>
    </dgm:pt>
    <dgm:pt modelId="{D0ECA51D-9BAE-49A5-BB60-22598F6F18CF}" type="pres">
      <dgm:prSet presAssocID="{01937276-8351-44CA-99B2-907F9D8D6BEF}" presName="textRect" presStyleLbl="revTx" presStyleIdx="2" presStyleCnt="4">
        <dgm:presLayoutVars>
          <dgm:chMax val="1"/>
          <dgm:chPref val="1"/>
        </dgm:presLayoutVars>
      </dgm:prSet>
      <dgm:spPr/>
    </dgm:pt>
    <dgm:pt modelId="{F30A6CD7-BA42-4F4B-9E24-1C0D765A2797}" type="pres">
      <dgm:prSet presAssocID="{98C6AB40-AC8E-482B-A032-D6F7FFA4FD2D}" presName="sibTrans" presStyleLbl="sibTrans2D1" presStyleIdx="0" presStyleCnt="0"/>
      <dgm:spPr/>
    </dgm:pt>
    <dgm:pt modelId="{53C6B2D2-1111-4F61-A192-8645FC51E7B6}" type="pres">
      <dgm:prSet presAssocID="{62B7BBDE-7174-4A1A-B92E-FE6BDA4CF33A}" presName="compNode" presStyleCnt="0"/>
      <dgm:spPr/>
    </dgm:pt>
    <dgm:pt modelId="{4D8DD0C2-B9E4-4F79-BA91-E83B1259AED9}" type="pres">
      <dgm:prSet presAssocID="{62B7BBDE-7174-4A1A-B92E-FE6BDA4CF33A}" presName="iconBgRect" presStyleLbl="bgShp" presStyleIdx="3" presStyleCnt="4"/>
      <dgm:spPr/>
    </dgm:pt>
    <dgm:pt modelId="{5E40E760-019E-47B7-809D-0BC9091D5E79}" type="pres">
      <dgm:prSet presAssocID="{62B7BBDE-7174-4A1A-B92E-FE6BDA4CF33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4634573-2464-48CF-88D6-3DE6980D4650}" type="pres">
      <dgm:prSet presAssocID="{62B7BBDE-7174-4A1A-B92E-FE6BDA4CF33A}" presName="spaceRect" presStyleCnt="0"/>
      <dgm:spPr/>
    </dgm:pt>
    <dgm:pt modelId="{68DA696C-F266-4CBF-9C2B-0EECA466196F}" type="pres">
      <dgm:prSet presAssocID="{62B7BBDE-7174-4A1A-B92E-FE6BDA4CF33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8CE9832-71CB-4B60-8644-91FDFF85A575}" srcId="{AE39BF54-96CE-4E94-AABA-AA4640037ED4}" destId="{C20CBF77-6233-495D-99BD-E5E6B1962D12}" srcOrd="0" destOrd="0" parTransId="{1EC885F4-B1DF-4CC7-AB85-842FF5D48961}" sibTransId="{BB3648AC-2714-4638-BB71-363C3588852F}"/>
    <dgm:cxn modelId="{0BD38153-4DA6-4D20-A4DE-917A186FA541}" type="presOf" srcId="{C8D6D940-26DA-46B2-A412-8289231A948B}" destId="{0C682243-3E4E-4DE0-B8B5-3850C52DAB2B}" srcOrd="0" destOrd="0" presId="urn:microsoft.com/office/officeart/2018/2/layout/IconCircleList"/>
    <dgm:cxn modelId="{5234DF5C-EA43-4D03-9278-B7AFE2327F27}" type="presOf" srcId="{BB3648AC-2714-4638-BB71-363C3588852F}" destId="{3E437192-6E97-45F1-AD3B-820F0C2D0B23}" srcOrd="0" destOrd="0" presId="urn:microsoft.com/office/officeart/2018/2/layout/IconCircleList"/>
    <dgm:cxn modelId="{44710479-E99E-438B-8084-CD6734F48A9D}" type="presOf" srcId="{C20CBF77-6233-495D-99BD-E5E6B1962D12}" destId="{E9292C7E-5101-4673-8584-6271A5666899}" srcOrd="0" destOrd="0" presId="urn:microsoft.com/office/officeart/2018/2/layout/IconCircleList"/>
    <dgm:cxn modelId="{EF863A80-1704-4A92-98D7-3AB52C850C3A}" type="presOf" srcId="{01937276-8351-44CA-99B2-907F9D8D6BEF}" destId="{D0ECA51D-9BAE-49A5-BB60-22598F6F18CF}" srcOrd="0" destOrd="0" presId="urn:microsoft.com/office/officeart/2018/2/layout/IconCircleList"/>
    <dgm:cxn modelId="{CC947991-B232-4807-BD8A-B693389D06DF}" type="presOf" srcId="{62B7BBDE-7174-4A1A-B92E-FE6BDA4CF33A}" destId="{68DA696C-F266-4CBF-9C2B-0EECA466196F}" srcOrd="0" destOrd="0" presId="urn:microsoft.com/office/officeart/2018/2/layout/IconCircleList"/>
    <dgm:cxn modelId="{B385AF9F-6DCA-40A5-9BD4-2A80D308F914}" type="presOf" srcId="{AE39BF54-96CE-4E94-AABA-AA4640037ED4}" destId="{069C0882-152D-4464-B24D-CC3F70DD2775}" srcOrd="0" destOrd="0" presId="urn:microsoft.com/office/officeart/2018/2/layout/IconCircleList"/>
    <dgm:cxn modelId="{009CE8A3-687E-48E1-B08E-D4B8B636FD5C}" type="presOf" srcId="{A835EC12-648F-4A6C-8CE9-A6C2E21ABC78}" destId="{248E93D2-D68B-461B-813E-9578B9EF8ED3}" srcOrd="0" destOrd="0" presId="urn:microsoft.com/office/officeart/2018/2/layout/IconCircleList"/>
    <dgm:cxn modelId="{8A11C8B1-879E-4CDE-83BF-292865564C22}" srcId="{AE39BF54-96CE-4E94-AABA-AA4640037ED4}" destId="{01937276-8351-44CA-99B2-907F9D8D6BEF}" srcOrd="2" destOrd="0" parTransId="{B1916564-AED1-4C46-8FE2-7271622C6BF2}" sibTransId="{98C6AB40-AC8E-482B-A032-D6F7FFA4FD2D}"/>
    <dgm:cxn modelId="{658865B2-2F06-41D0-A9F2-E6F5D9A01F91}" type="presOf" srcId="{98C6AB40-AC8E-482B-A032-D6F7FFA4FD2D}" destId="{F30A6CD7-BA42-4F4B-9E24-1C0D765A2797}" srcOrd="0" destOrd="0" presId="urn:microsoft.com/office/officeart/2018/2/layout/IconCircleList"/>
    <dgm:cxn modelId="{4F958DB4-1A1D-40C3-9FD6-8608FBA61730}" srcId="{AE39BF54-96CE-4E94-AABA-AA4640037ED4}" destId="{62B7BBDE-7174-4A1A-B92E-FE6BDA4CF33A}" srcOrd="3" destOrd="0" parTransId="{C806FE6E-78E9-4BD8-852D-9D6770425322}" sibTransId="{DEA7E9CA-CBB4-4FAF-91AC-5673121446AA}"/>
    <dgm:cxn modelId="{13196FB5-76B2-471F-9CD3-51BA0B87B345}" srcId="{AE39BF54-96CE-4E94-AABA-AA4640037ED4}" destId="{A835EC12-648F-4A6C-8CE9-A6C2E21ABC78}" srcOrd="1" destOrd="0" parTransId="{74F29B36-A6F3-49AD-ABB1-CD8545C30EBA}" sibTransId="{C8D6D940-26DA-46B2-A412-8289231A948B}"/>
    <dgm:cxn modelId="{930B78E4-3AB6-48F6-B507-56E3A8D35657}" type="presParOf" srcId="{069C0882-152D-4464-B24D-CC3F70DD2775}" destId="{DBCEA0EF-6B01-4528-A44B-00950D90422C}" srcOrd="0" destOrd="0" presId="urn:microsoft.com/office/officeart/2018/2/layout/IconCircleList"/>
    <dgm:cxn modelId="{6BF92046-EB61-4CBA-A4C6-E8537F3F061E}" type="presParOf" srcId="{DBCEA0EF-6B01-4528-A44B-00950D90422C}" destId="{5096F533-FB4A-4451-87D3-00203EEC469C}" srcOrd="0" destOrd="0" presId="urn:microsoft.com/office/officeart/2018/2/layout/IconCircleList"/>
    <dgm:cxn modelId="{B0DB4E83-49A2-4472-AA58-39ABD1CBB0F4}" type="presParOf" srcId="{5096F533-FB4A-4451-87D3-00203EEC469C}" destId="{6DBA4C3A-DB7C-4175-9AE8-BD19C54F8895}" srcOrd="0" destOrd="0" presId="urn:microsoft.com/office/officeart/2018/2/layout/IconCircleList"/>
    <dgm:cxn modelId="{C034DAE5-1565-42BA-8EAA-7CDC8AC0E9BD}" type="presParOf" srcId="{5096F533-FB4A-4451-87D3-00203EEC469C}" destId="{395FEDBF-3C60-4134-9FD6-37F483270051}" srcOrd="1" destOrd="0" presId="urn:microsoft.com/office/officeart/2018/2/layout/IconCircleList"/>
    <dgm:cxn modelId="{21AC41FC-09F2-4553-B1B9-B2B93337C513}" type="presParOf" srcId="{5096F533-FB4A-4451-87D3-00203EEC469C}" destId="{ABCDD935-77F0-44E2-871E-807E4226651D}" srcOrd="2" destOrd="0" presId="urn:microsoft.com/office/officeart/2018/2/layout/IconCircleList"/>
    <dgm:cxn modelId="{0A87EA08-6A91-4DDB-8A81-CFED07242911}" type="presParOf" srcId="{5096F533-FB4A-4451-87D3-00203EEC469C}" destId="{E9292C7E-5101-4673-8584-6271A5666899}" srcOrd="3" destOrd="0" presId="urn:microsoft.com/office/officeart/2018/2/layout/IconCircleList"/>
    <dgm:cxn modelId="{66EB41E0-C6ED-4446-A4EC-FBB433A2277D}" type="presParOf" srcId="{DBCEA0EF-6B01-4528-A44B-00950D90422C}" destId="{3E437192-6E97-45F1-AD3B-820F0C2D0B23}" srcOrd="1" destOrd="0" presId="urn:microsoft.com/office/officeart/2018/2/layout/IconCircleList"/>
    <dgm:cxn modelId="{20F5B615-9CD8-4EA6-832E-EB016732E8D3}" type="presParOf" srcId="{DBCEA0EF-6B01-4528-A44B-00950D90422C}" destId="{FE153A2A-21D6-40AC-B8D0-389490F4AB4C}" srcOrd="2" destOrd="0" presId="urn:microsoft.com/office/officeart/2018/2/layout/IconCircleList"/>
    <dgm:cxn modelId="{057F4A9E-60B6-450D-B7C8-CF29A41331A6}" type="presParOf" srcId="{FE153A2A-21D6-40AC-B8D0-389490F4AB4C}" destId="{6F1AF87F-FB36-4210-B327-C1F15E5E18B2}" srcOrd="0" destOrd="0" presId="urn:microsoft.com/office/officeart/2018/2/layout/IconCircleList"/>
    <dgm:cxn modelId="{6A874CBD-E39E-4731-A315-BC1B3E6ACF16}" type="presParOf" srcId="{FE153A2A-21D6-40AC-B8D0-389490F4AB4C}" destId="{45A2C801-8ECC-4258-A9C0-34DD71DD583D}" srcOrd="1" destOrd="0" presId="urn:microsoft.com/office/officeart/2018/2/layout/IconCircleList"/>
    <dgm:cxn modelId="{2A0065E6-7A9C-49BD-A2A8-CDC1C0A12277}" type="presParOf" srcId="{FE153A2A-21D6-40AC-B8D0-389490F4AB4C}" destId="{FFD7F124-4A7C-4E20-93D3-93C16CC486D4}" srcOrd="2" destOrd="0" presId="urn:microsoft.com/office/officeart/2018/2/layout/IconCircleList"/>
    <dgm:cxn modelId="{959B43FB-7435-45D1-945B-A14041516E92}" type="presParOf" srcId="{FE153A2A-21D6-40AC-B8D0-389490F4AB4C}" destId="{248E93D2-D68B-461B-813E-9578B9EF8ED3}" srcOrd="3" destOrd="0" presId="urn:microsoft.com/office/officeart/2018/2/layout/IconCircleList"/>
    <dgm:cxn modelId="{74DB5B16-5707-4461-A06B-8641FE11D4E7}" type="presParOf" srcId="{DBCEA0EF-6B01-4528-A44B-00950D90422C}" destId="{0C682243-3E4E-4DE0-B8B5-3850C52DAB2B}" srcOrd="3" destOrd="0" presId="urn:microsoft.com/office/officeart/2018/2/layout/IconCircleList"/>
    <dgm:cxn modelId="{DCC13433-3735-4A88-AE16-622726B037AF}" type="presParOf" srcId="{DBCEA0EF-6B01-4528-A44B-00950D90422C}" destId="{A8AF609F-C3B4-4E99-A7C6-CE171462FAD3}" srcOrd="4" destOrd="0" presId="urn:microsoft.com/office/officeart/2018/2/layout/IconCircleList"/>
    <dgm:cxn modelId="{D26B2A17-405E-4EAE-95C3-74E93F589C53}" type="presParOf" srcId="{A8AF609F-C3B4-4E99-A7C6-CE171462FAD3}" destId="{4F17F628-E18C-4A41-ACDD-A2FBEEF18F77}" srcOrd="0" destOrd="0" presId="urn:microsoft.com/office/officeart/2018/2/layout/IconCircleList"/>
    <dgm:cxn modelId="{C41E0CCC-A5BF-4193-A42D-83922088806F}" type="presParOf" srcId="{A8AF609F-C3B4-4E99-A7C6-CE171462FAD3}" destId="{E6EE7659-385B-4CF5-B39E-DD7FF67743DD}" srcOrd="1" destOrd="0" presId="urn:microsoft.com/office/officeart/2018/2/layout/IconCircleList"/>
    <dgm:cxn modelId="{B958E95F-5847-4A56-91AA-374E2226D846}" type="presParOf" srcId="{A8AF609F-C3B4-4E99-A7C6-CE171462FAD3}" destId="{B6E0DA3B-C49F-44C3-ADEB-B819210EDDA8}" srcOrd="2" destOrd="0" presId="urn:microsoft.com/office/officeart/2018/2/layout/IconCircleList"/>
    <dgm:cxn modelId="{4A1619DF-C33D-4C15-96B8-F460A4B5E3CB}" type="presParOf" srcId="{A8AF609F-C3B4-4E99-A7C6-CE171462FAD3}" destId="{D0ECA51D-9BAE-49A5-BB60-22598F6F18CF}" srcOrd="3" destOrd="0" presId="urn:microsoft.com/office/officeart/2018/2/layout/IconCircleList"/>
    <dgm:cxn modelId="{9B475514-B315-4ACA-BFAB-0A385D59F33E}" type="presParOf" srcId="{DBCEA0EF-6B01-4528-A44B-00950D90422C}" destId="{F30A6CD7-BA42-4F4B-9E24-1C0D765A2797}" srcOrd="5" destOrd="0" presId="urn:microsoft.com/office/officeart/2018/2/layout/IconCircleList"/>
    <dgm:cxn modelId="{7CB5B21D-0DB8-44FC-891C-E3F7BA456EE5}" type="presParOf" srcId="{DBCEA0EF-6B01-4528-A44B-00950D90422C}" destId="{53C6B2D2-1111-4F61-A192-8645FC51E7B6}" srcOrd="6" destOrd="0" presId="urn:microsoft.com/office/officeart/2018/2/layout/IconCircleList"/>
    <dgm:cxn modelId="{4A25F759-4794-4D58-A98B-5083604408BF}" type="presParOf" srcId="{53C6B2D2-1111-4F61-A192-8645FC51E7B6}" destId="{4D8DD0C2-B9E4-4F79-BA91-E83B1259AED9}" srcOrd="0" destOrd="0" presId="urn:microsoft.com/office/officeart/2018/2/layout/IconCircleList"/>
    <dgm:cxn modelId="{7026317D-9872-4EBB-AA42-58BC605E6166}" type="presParOf" srcId="{53C6B2D2-1111-4F61-A192-8645FC51E7B6}" destId="{5E40E760-019E-47B7-809D-0BC9091D5E79}" srcOrd="1" destOrd="0" presId="urn:microsoft.com/office/officeart/2018/2/layout/IconCircleList"/>
    <dgm:cxn modelId="{5CB8DC21-268B-4F29-AD99-0578222C95EC}" type="presParOf" srcId="{53C6B2D2-1111-4F61-A192-8645FC51E7B6}" destId="{64634573-2464-48CF-88D6-3DE6980D4650}" srcOrd="2" destOrd="0" presId="urn:microsoft.com/office/officeart/2018/2/layout/IconCircleList"/>
    <dgm:cxn modelId="{9D4DFD49-104F-41A0-850B-BDEAE3455751}" type="presParOf" srcId="{53C6B2D2-1111-4F61-A192-8645FC51E7B6}" destId="{68DA696C-F266-4CBF-9C2B-0EECA466196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0C1F24-0691-4F11-973B-F4E6B953CBC4}" type="doc">
      <dgm:prSet loTypeId="urn:microsoft.com/office/officeart/2016/7/layout/BasicProcessNew" loCatId="process" qsTypeId="urn:microsoft.com/office/officeart/2005/8/quickstyle/simple1#24" qsCatId="simple" csTypeId="urn:microsoft.com/office/officeart/2005/8/colors/accent1_2#23" csCatId="accent1"/>
      <dgm:spPr/>
      <dgm:t>
        <a:bodyPr/>
        <a:lstStyle/>
        <a:p>
          <a:endParaRPr lang="en-US"/>
        </a:p>
      </dgm:t>
    </dgm:pt>
    <dgm:pt modelId="{1742A366-2151-424B-8D89-43917F9252A3}">
      <dgm:prSet/>
      <dgm:spPr/>
      <dgm:t>
        <a:bodyPr/>
        <a:lstStyle/>
        <a:p>
          <a:r>
            <a:rPr lang="en-US" b="1" i="0" u="sng" baseline="0"/>
            <a:t>Data Preparation</a:t>
          </a:r>
          <a:endParaRPr lang="en-US"/>
        </a:p>
      </dgm:t>
    </dgm:pt>
    <dgm:pt modelId="{BE268E65-E53D-4762-A5A2-13C345DC3F73}" type="parTrans" cxnId="{911A45E1-0765-4A1A-A73E-8933B528A680}">
      <dgm:prSet/>
      <dgm:spPr/>
      <dgm:t>
        <a:bodyPr/>
        <a:lstStyle/>
        <a:p>
          <a:endParaRPr lang="en-US"/>
        </a:p>
      </dgm:t>
    </dgm:pt>
    <dgm:pt modelId="{32982FF0-7EDE-4DBF-BEC0-B2890E21A096}" type="sibTrans" cxnId="{911A45E1-0765-4A1A-A73E-8933B528A680}">
      <dgm:prSet/>
      <dgm:spPr/>
      <dgm:t>
        <a:bodyPr/>
        <a:lstStyle/>
        <a:p>
          <a:endParaRPr lang="en-US"/>
        </a:p>
      </dgm:t>
    </dgm:pt>
    <dgm:pt modelId="{4A9E1682-C2B6-4243-9EAE-7FCC30DDA40A}">
      <dgm:prSet/>
      <dgm:spPr/>
      <dgm:t>
        <a:bodyPr/>
        <a:lstStyle/>
        <a:p>
          <a:r>
            <a:rPr lang="en-US"/>
            <a:t>Removed customerID</a:t>
          </a:r>
        </a:p>
      </dgm:t>
    </dgm:pt>
    <dgm:pt modelId="{CC04828F-518B-4D9B-8007-72BFCF9D9B87}" type="parTrans" cxnId="{6A2B0C5E-61CF-415E-8CF5-A946B43EC6FD}">
      <dgm:prSet/>
      <dgm:spPr/>
      <dgm:t>
        <a:bodyPr/>
        <a:lstStyle/>
        <a:p>
          <a:endParaRPr lang="en-US"/>
        </a:p>
      </dgm:t>
    </dgm:pt>
    <dgm:pt modelId="{FEC03D72-8CCC-40AE-965F-119DB68ECE9B}" type="sibTrans" cxnId="{6A2B0C5E-61CF-415E-8CF5-A946B43EC6FD}">
      <dgm:prSet/>
      <dgm:spPr/>
      <dgm:t>
        <a:bodyPr/>
        <a:lstStyle/>
        <a:p>
          <a:endParaRPr lang="en-US"/>
        </a:p>
      </dgm:t>
    </dgm:pt>
    <dgm:pt modelId="{AA9BA163-789E-40E7-AEBC-8DDDFA9CD806}">
      <dgm:prSet/>
      <dgm:spPr/>
      <dgm:t>
        <a:bodyPr/>
        <a:lstStyle/>
        <a:p>
          <a:r>
            <a:rPr lang="en-US"/>
            <a:t>Converted TotalCharges to numeric and removed blank/missing records</a:t>
          </a:r>
        </a:p>
      </dgm:t>
    </dgm:pt>
    <dgm:pt modelId="{30B9C0EE-ABE0-4FCA-AB51-B006DDE7E2F3}" type="parTrans" cxnId="{845386DA-7B35-4CF3-BD5A-68010DAC30C8}">
      <dgm:prSet/>
      <dgm:spPr/>
      <dgm:t>
        <a:bodyPr/>
        <a:lstStyle/>
        <a:p>
          <a:endParaRPr lang="en-US"/>
        </a:p>
      </dgm:t>
    </dgm:pt>
    <dgm:pt modelId="{C2EF8CC3-A453-49A3-9E61-BC6F189AB68A}" type="sibTrans" cxnId="{845386DA-7B35-4CF3-BD5A-68010DAC30C8}">
      <dgm:prSet/>
      <dgm:spPr/>
      <dgm:t>
        <a:bodyPr/>
        <a:lstStyle/>
        <a:p>
          <a:endParaRPr lang="en-US"/>
        </a:p>
      </dgm:t>
    </dgm:pt>
    <dgm:pt modelId="{A4C540CA-3027-4B06-9574-391B45D60DE8}">
      <dgm:prSet/>
      <dgm:spPr/>
      <dgm:t>
        <a:bodyPr/>
        <a:lstStyle/>
        <a:p>
          <a:r>
            <a:rPr lang="en-US"/>
            <a:t>Final cleaned dataset: 7,032 records</a:t>
          </a:r>
        </a:p>
      </dgm:t>
    </dgm:pt>
    <dgm:pt modelId="{31043364-766D-4193-A652-AEDB7FEF3C55}" type="parTrans" cxnId="{59B7E907-E266-4626-BE12-32FC54353B9F}">
      <dgm:prSet/>
      <dgm:spPr/>
      <dgm:t>
        <a:bodyPr/>
        <a:lstStyle/>
        <a:p>
          <a:endParaRPr lang="en-US"/>
        </a:p>
      </dgm:t>
    </dgm:pt>
    <dgm:pt modelId="{DC3149B1-77E5-4DE6-BEA1-9669B58163A2}" type="sibTrans" cxnId="{59B7E907-E266-4626-BE12-32FC54353B9F}">
      <dgm:prSet/>
      <dgm:spPr/>
      <dgm:t>
        <a:bodyPr/>
        <a:lstStyle/>
        <a:p>
          <a:endParaRPr lang="en-US"/>
        </a:p>
      </dgm:t>
    </dgm:pt>
    <dgm:pt modelId="{AB6E248A-3174-4A0B-8A18-9FEF4CE02EAF}">
      <dgm:prSet/>
      <dgm:spPr/>
      <dgm:t>
        <a:bodyPr/>
        <a:lstStyle/>
        <a:p>
          <a:r>
            <a:rPr lang="en-US"/>
            <a:t>Converted categorical data into numbers for modeling and coded Churn as 0 (No) and 1 (Yes).</a:t>
          </a:r>
        </a:p>
      </dgm:t>
    </dgm:pt>
    <dgm:pt modelId="{DDBFC840-551F-48D8-9646-7DA6891CA6A6}" type="parTrans" cxnId="{961D3345-39E7-4BC1-91AB-D1220C2F6328}">
      <dgm:prSet/>
      <dgm:spPr/>
      <dgm:t>
        <a:bodyPr/>
        <a:lstStyle/>
        <a:p>
          <a:endParaRPr lang="en-US"/>
        </a:p>
      </dgm:t>
    </dgm:pt>
    <dgm:pt modelId="{8DEB2583-9624-4C14-9231-9B76FE651383}" type="sibTrans" cxnId="{961D3345-39E7-4BC1-91AB-D1220C2F6328}">
      <dgm:prSet/>
      <dgm:spPr/>
      <dgm:t>
        <a:bodyPr/>
        <a:lstStyle/>
        <a:p>
          <a:endParaRPr lang="en-US"/>
        </a:p>
      </dgm:t>
    </dgm:pt>
    <dgm:pt modelId="{19672E0C-3567-CB4D-A0B3-ED1202641D9C}" type="pres">
      <dgm:prSet presAssocID="{CF0C1F24-0691-4F11-973B-F4E6B953CBC4}" presName="Name0" presStyleCnt="0">
        <dgm:presLayoutVars>
          <dgm:dir/>
          <dgm:resizeHandles val="exact"/>
        </dgm:presLayoutVars>
      </dgm:prSet>
      <dgm:spPr/>
    </dgm:pt>
    <dgm:pt modelId="{63FB3544-5C60-8046-809D-397DFD47EC3D}" type="pres">
      <dgm:prSet presAssocID="{1742A366-2151-424B-8D89-43917F9252A3}" presName="node" presStyleLbl="node1" presStyleIdx="0" presStyleCnt="1">
        <dgm:presLayoutVars>
          <dgm:bulletEnabled val="1"/>
        </dgm:presLayoutVars>
      </dgm:prSet>
      <dgm:spPr/>
    </dgm:pt>
  </dgm:ptLst>
  <dgm:cxnLst>
    <dgm:cxn modelId="{59B7E907-E266-4626-BE12-32FC54353B9F}" srcId="{1742A366-2151-424B-8D89-43917F9252A3}" destId="{A4C540CA-3027-4B06-9574-391B45D60DE8}" srcOrd="2" destOrd="0" parTransId="{31043364-766D-4193-A652-AEDB7FEF3C55}" sibTransId="{DC3149B1-77E5-4DE6-BEA1-9669B58163A2}"/>
    <dgm:cxn modelId="{63EB7127-3ACF-F64E-A6EC-02BBF06FAC62}" type="presOf" srcId="{AA9BA163-789E-40E7-AEBC-8DDDFA9CD806}" destId="{63FB3544-5C60-8046-809D-397DFD47EC3D}" srcOrd="0" destOrd="2" presId="urn:microsoft.com/office/officeart/2016/7/layout/BasicProcessNew"/>
    <dgm:cxn modelId="{1239C42F-F1A9-534F-9319-42F48C860637}" type="presOf" srcId="{A4C540CA-3027-4B06-9574-391B45D60DE8}" destId="{63FB3544-5C60-8046-809D-397DFD47EC3D}" srcOrd="0" destOrd="3" presId="urn:microsoft.com/office/officeart/2016/7/layout/BasicProcessNew"/>
    <dgm:cxn modelId="{961D3345-39E7-4BC1-91AB-D1220C2F6328}" srcId="{1742A366-2151-424B-8D89-43917F9252A3}" destId="{AB6E248A-3174-4A0B-8A18-9FEF4CE02EAF}" srcOrd="3" destOrd="0" parTransId="{DDBFC840-551F-48D8-9646-7DA6891CA6A6}" sibTransId="{8DEB2583-9624-4C14-9231-9B76FE651383}"/>
    <dgm:cxn modelId="{0F860250-495D-5944-A6CF-2A54386465A3}" type="presOf" srcId="{CF0C1F24-0691-4F11-973B-F4E6B953CBC4}" destId="{19672E0C-3567-CB4D-A0B3-ED1202641D9C}" srcOrd="0" destOrd="0" presId="urn:microsoft.com/office/officeart/2016/7/layout/BasicProcessNew"/>
    <dgm:cxn modelId="{6A2B0C5E-61CF-415E-8CF5-A946B43EC6FD}" srcId="{1742A366-2151-424B-8D89-43917F9252A3}" destId="{4A9E1682-C2B6-4243-9EAE-7FCC30DDA40A}" srcOrd="0" destOrd="0" parTransId="{CC04828F-518B-4D9B-8007-72BFCF9D9B87}" sibTransId="{FEC03D72-8CCC-40AE-965F-119DB68ECE9B}"/>
    <dgm:cxn modelId="{D3D280CB-0AD0-8B40-9DC0-F1603F82C280}" type="presOf" srcId="{1742A366-2151-424B-8D89-43917F9252A3}" destId="{63FB3544-5C60-8046-809D-397DFD47EC3D}" srcOrd="0" destOrd="0" presId="urn:microsoft.com/office/officeart/2016/7/layout/BasicProcessNew"/>
    <dgm:cxn modelId="{28EB91CD-9F4B-1148-A4DD-14EE9B66892E}" type="presOf" srcId="{AB6E248A-3174-4A0B-8A18-9FEF4CE02EAF}" destId="{63FB3544-5C60-8046-809D-397DFD47EC3D}" srcOrd="0" destOrd="4" presId="urn:microsoft.com/office/officeart/2016/7/layout/BasicProcessNew"/>
    <dgm:cxn modelId="{845386DA-7B35-4CF3-BD5A-68010DAC30C8}" srcId="{1742A366-2151-424B-8D89-43917F9252A3}" destId="{AA9BA163-789E-40E7-AEBC-8DDDFA9CD806}" srcOrd="1" destOrd="0" parTransId="{30B9C0EE-ABE0-4FCA-AB51-B006DDE7E2F3}" sibTransId="{C2EF8CC3-A453-49A3-9E61-BC6F189AB68A}"/>
    <dgm:cxn modelId="{8733C3E0-13FB-CB4A-80AC-4D64F2797233}" type="presOf" srcId="{4A9E1682-C2B6-4243-9EAE-7FCC30DDA40A}" destId="{63FB3544-5C60-8046-809D-397DFD47EC3D}" srcOrd="0" destOrd="1" presId="urn:microsoft.com/office/officeart/2016/7/layout/BasicProcessNew"/>
    <dgm:cxn modelId="{911A45E1-0765-4A1A-A73E-8933B528A680}" srcId="{CF0C1F24-0691-4F11-973B-F4E6B953CBC4}" destId="{1742A366-2151-424B-8D89-43917F9252A3}" srcOrd="0" destOrd="0" parTransId="{BE268E65-E53D-4762-A5A2-13C345DC3F73}" sibTransId="{32982FF0-7EDE-4DBF-BEC0-B2890E21A096}"/>
    <dgm:cxn modelId="{24F289F6-5E98-E84B-B23D-093EC588DB2A}" type="presParOf" srcId="{19672E0C-3567-CB4D-A0B3-ED1202641D9C}" destId="{63FB3544-5C60-8046-809D-397DFD47EC3D}" srcOrd="0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2C8F8A-B8A6-4EB2-BF90-C55A59AA1EDF}" type="doc">
      <dgm:prSet loTypeId="urn:microsoft.com/office/officeart/2018/2/layout/IconLabelList" loCatId="icon" qsTypeId="urn:microsoft.com/office/officeart/2005/8/quickstyle/simple1#52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D0E8632-F3BB-4E79-AA0E-F29B3ECD8CDB}" type="pres">
      <dgm:prSet presAssocID="{C82C8F8A-B8A6-4EB2-BF90-C55A59AA1EDF}" presName="root" presStyleCnt="0">
        <dgm:presLayoutVars>
          <dgm:dir/>
          <dgm:resizeHandles val="exact"/>
        </dgm:presLayoutVars>
      </dgm:prSet>
      <dgm:spPr/>
    </dgm:pt>
  </dgm:ptLst>
  <dgm:cxnLst>
    <dgm:cxn modelId="{490AB08E-3ED2-F14A-93A4-221CFE49CEFB}" type="presOf" srcId="{C82C8F8A-B8A6-4EB2-BF90-C55A59AA1EDF}" destId="{7D0E8632-F3BB-4E79-AA0E-F29B3ECD8CDB}" srcOrd="0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3AF248-2E74-423B-94F7-C9C3E121F6AA}" type="doc">
      <dgm:prSet loTypeId="urn:microsoft.com/office/officeart/2018/2/layout/IconCircleList" loCatId="icon" qsTypeId="urn:microsoft.com/office/officeart/2005/8/quickstyle/simple1#76" qsCatId="simple" csTypeId="urn:microsoft.com/office/officeart/2005/8/colors/accent1_2#33" csCatId="accent1" phldr="1"/>
      <dgm:spPr/>
      <dgm:t>
        <a:bodyPr/>
        <a:lstStyle/>
        <a:p>
          <a:endParaRPr lang="en-US"/>
        </a:p>
      </dgm:t>
    </dgm:pt>
    <dgm:pt modelId="{FC265D8E-A929-4618-BD4B-1F6B928CC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ptos" panose="020B0004020202020204" pitchFamily="34" charset="0"/>
            </a:rPr>
            <a:t>Exploratory Data Analysis (EDA)</a:t>
          </a:r>
          <a:endParaRPr lang="en-US" dirty="0">
            <a:latin typeface="Aptos" panose="020B0004020202020204" pitchFamily="34" charset="0"/>
          </a:endParaRPr>
        </a:p>
      </dgm:t>
    </dgm:pt>
    <dgm:pt modelId="{CF2E69BA-99CA-4BE9-8426-6C3C76AC596D}" type="parTrans" cxnId="{BDB73341-2DAE-4025-A3B5-9769B57D917F}">
      <dgm:prSet/>
      <dgm:spPr/>
      <dgm:t>
        <a:bodyPr/>
        <a:lstStyle/>
        <a:p>
          <a:endParaRPr lang="en-US"/>
        </a:p>
      </dgm:t>
    </dgm:pt>
    <dgm:pt modelId="{2459B33E-76A3-41BE-B0E0-D61B34372B01}" type="sibTrans" cxnId="{BDB73341-2DAE-4025-A3B5-9769B57D91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B9E3C1-9124-47D5-8811-36E7829BD8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ptos" panose="020B0004020202020204" pitchFamily="34" charset="0"/>
            </a:rPr>
            <a:t>80/20 Train/Test Split</a:t>
          </a:r>
          <a:endParaRPr lang="en-US" dirty="0">
            <a:latin typeface="Aptos" panose="020B0004020202020204" pitchFamily="34" charset="0"/>
          </a:endParaRPr>
        </a:p>
      </dgm:t>
    </dgm:pt>
    <dgm:pt modelId="{5CA2A938-0360-4E05-B1D3-58AA2D9CF90B}" type="parTrans" cxnId="{1D29B284-DB72-4DD4-8CFE-5967F41FEF40}">
      <dgm:prSet/>
      <dgm:spPr/>
      <dgm:t>
        <a:bodyPr/>
        <a:lstStyle/>
        <a:p>
          <a:endParaRPr lang="en-US"/>
        </a:p>
      </dgm:t>
    </dgm:pt>
    <dgm:pt modelId="{2A22985D-2CA9-46C9-8E4A-DE48E0379398}" type="sibTrans" cxnId="{1D29B284-DB72-4DD4-8CFE-5967F41FEF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03CA55-4FD2-47A8-8B12-6ACDA3EF05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ptos" panose="020B0004020202020204" pitchFamily="34" charset="0"/>
            </a:rPr>
            <a:t>Classification Models:</a:t>
          </a:r>
          <a:br>
            <a:rPr lang="en-US" dirty="0">
              <a:latin typeface="Aptos" panose="020B0004020202020204" pitchFamily="34" charset="0"/>
            </a:rPr>
          </a:br>
          <a:r>
            <a:rPr lang="en-US" dirty="0">
              <a:latin typeface="Aptos" panose="020B0004020202020204" pitchFamily="34" charset="0"/>
            </a:rPr>
            <a:t>Logistic Regression, Decision Tree &amp; Random Forest</a:t>
          </a:r>
        </a:p>
      </dgm:t>
    </dgm:pt>
    <dgm:pt modelId="{F5330172-2A6A-4BD1-A7D7-6CE6770D777B}" type="parTrans" cxnId="{EDEC6DA0-D739-4ECB-90C4-5898C0FB8FD9}">
      <dgm:prSet/>
      <dgm:spPr/>
      <dgm:t>
        <a:bodyPr/>
        <a:lstStyle/>
        <a:p>
          <a:endParaRPr lang="en-US"/>
        </a:p>
      </dgm:t>
    </dgm:pt>
    <dgm:pt modelId="{2F11C6C1-52FE-4B21-A4B7-3E19E05E1970}" type="sibTrans" cxnId="{EDEC6DA0-D739-4ECB-90C4-5898C0FB8FD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B7B4AF0-76E3-489E-9621-B12EE76592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ptos" panose="020B0004020202020204" pitchFamily="34" charset="0"/>
            </a:rPr>
            <a:t>Model Evaluation &amp; Validation:</a:t>
          </a:r>
          <a:br>
            <a:rPr lang="en-US" dirty="0">
              <a:latin typeface="Aptos" panose="020B0004020202020204" pitchFamily="34" charset="0"/>
            </a:rPr>
          </a:br>
          <a:r>
            <a:rPr lang="en-US" dirty="0">
              <a:latin typeface="Aptos" panose="020B0004020202020204" pitchFamily="34" charset="0"/>
            </a:rPr>
            <a:t>Accuracy, Precision, Recall, F1-score, 5-Fold Cross-Validation &amp; Random Forest Tuning</a:t>
          </a:r>
        </a:p>
      </dgm:t>
    </dgm:pt>
    <dgm:pt modelId="{FF5E5250-5576-480D-9680-5893D85EB946}" type="parTrans" cxnId="{28A4EDC5-4720-4F5E-AAA4-93A489B53862}">
      <dgm:prSet/>
      <dgm:spPr/>
      <dgm:t>
        <a:bodyPr/>
        <a:lstStyle/>
        <a:p>
          <a:endParaRPr lang="en-US"/>
        </a:p>
      </dgm:t>
    </dgm:pt>
    <dgm:pt modelId="{16F36A08-5CE0-45EB-AD1A-B35A47CDD03C}" type="sibTrans" cxnId="{28A4EDC5-4720-4F5E-AAA4-93A489B53862}">
      <dgm:prSet/>
      <dgm:spPr/>
      <dgm:t>
        <a:bodyPr/>
        <a:lstStyle/>
        <a:p>
          <a:endParaRPr lang="en-US"/>
        </a:p>
      </dgm:t>
    </dgm:pt>
    <dgm:pt modelId="{0FBB3473-6365-433D-A200-DC0BDF240EFC}" type="pres">
      <dgm:prSet presAssocID="{E13AF248-2E74-423B-94F7-C9C3E121F6AA}" presName="root" presStyleCnt="0">
        <dgm:presLayoutVars>
          <dgm:dir/>
          <dgm:resizeHandles val="exact"/>
        </dgm:presLayoutVars>
      </dgm:prSet>
      <dgm:spPr/>
    </dgm:pt>
    <dgm:pt modelId="{169D22FA-6DC9-4AC5-96C8-38F58E228668}" type="pres">
      <dgm:prSet presAssocID="{E13AF248-2E74-423B-94F7-C9C3E121F6AA}" presName="container" presStyleCnt="0">
        <dgm:presLayoutVars>
          <dgm:dir/>
          <dgm:resizeHandles val="exact"/>
        </dgm:presLayoutVars>
      </dgm:prSet>
      <dgm:spPr/>
    </dgm:pt>
    <dgm:pt modelId="{CDBB1933-21CD-4642-9F38-16DE97B56296}" type="pres">
      <dgm:prSet presAssocID="{FC265D8E-A929-4618-BD4B-1F6B928CC1F6}" presName="compNode" presStyleCnt="0"/>
      <dgm:spPr/>
    </dgm:pt>
    <dgm:pt modelId="{DCE66AB2-2AB2-4DC1-819D-5E6F138720FC}" type="pres">
      <dgm:prSet presAssocID="{FC265D8E-A929-4618-BD4B-1F6B928CC1F6}" presName="iconBgRect" presStyleLbl="bgShp" presStyleIdx="0" presStyleCnt="4"/>
      <dgm:spPr/>
    </dgm:pt>
    <dgm:pt modelId="{B60B2E4A-6DBE-4D8F-8759-57D4A9A6C9E3}" type="pres">
      <dgm:prSet presAssocID="{FC265D8E-A929-4618-BD4B-1F6B928CC1F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26CEBE1-5099-4389-8FB4-235947722369}" type="pres">
      <dgm:prSet presAssocID="{FC265D8E-A929-4618-BD4B-1F6B928CC1F6}" presName="spaceRect" presStyleCnt="0"/>
      <dgm:spPr/>
    </dgm:pt>
    <dgm:pt modelId="{BF452E1A-34B8-4951-9BA0-BC78DB03767E}" type="pres">
      <dgm:prSet presAssocID="{FC265D8E-A929-4618-BD4B-1F6B928CC1F6}" presName="textRect" presStyleLbl="revTx" presStyleIdx="0" presStyleCnt="4">
        <dgm:presLayoutVars>
          <dgm:chMax val="1"/>
          <dgm:chPref val="1"/>
        </dgm:presLayoutVars>
      </dgm:prSet>
      <dgm:spPr/>
    </dgm:pt>
    <dgm:pt modelId="{04B33E1C-77FE-43A0-98E0-D83678ADBB3B}" type="pres">
      <dgm:prSet presAssocID="{2459B33E-76A3-41BE-B0E0-D61B34372B01}" presName="sibTrans" presStyleLbl="sibTrans2D1" presStyleIdx="0" presStyleCnt="0"/>
      <dgm:spPr/>
    </dgm:pt>
    <dgm:pt modelId="{2ACAC6FE-39B0-41A6-B7AE-ACCB9008B4E5}" type="pres">
      <dgm:prSet presAssocID="{10B9E3C1-9124-47D5-8811-36E7829BD890}" presName="compNode" presStyleCnt="0"/>
      <dgm:spPr/>
    </dgm:pt>
    <dgm:pt modelId="{F63357E0-68AC-4DC9-8642-3EF2CAC3D72A}" type="pres">
      <dgm:prSet presAssocID="{10B9E3C1-9124-47D5-8811-36E7829BD890}" presName="iconBgRect" presStyleLbl="bgShp" presStyleIdx="1" presStyleCnt="4"/>
      <dgm:spPr/>
    </dgm:pt>
    <dgm:pt modelId="{B0D158CC-A815-4935-B4DC-1FD8B2BCBB4F}" type="pres">
      <dgm:prSet presAssocID="{10B9E3C1-9124-47D5-8811-36E7829BD89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1F7609A4-7815-4248-A6F8-7F88C5E6ACC7}" type="pres">
      <dgm:prSet presAssocID="{10B9E3C1-9124-47D5-8811-36E7829BD890}" presName="spaceRect" presStyleCnt="0"/>
      <dgm:spPr/>
    </dgm:pt>
    <dgm:pt modelId="{44D3C240-711D-48F5-92B1-3867B9C02D8B}" type="pres">
      <dgm:prSet presAssocID="{10B9E3C1-9124-47D5-8811-36E7829BD890}" presName="textRect" presStyleLbl="revTx" presStyleIdx="1" presStyleCnt="4">
        <dgm:presLayoutVars>
          <dgm:chMax val="1"/>
          <dgm:chPref val="1"/>
        </dgm:presLayoutVars>
      </dgm:prSet>
      <dgm:spPr/>
    </dgm:pt>
    <dgm:pt modelId="{81D8590C-B05D-496E-A0C9-05F6E59EE4E6}" type="pres">
      <dgm:prSet presAssocID="{2A22985D-2CA9-46C9-8E4A-DE48E0379398}" presName="sibTrans" presStyleLbl="sibTrans2D1" presStyleIdx="0" presStyleCnt="0"/>
      <dgm:spPr/>
    </dgm:pt>
    <dgm:pt modelId="{71C64F5D-1E5C-4F8A-83E9-34E512D4A09A}" type="pres">
      <dgm:prSet presAssocID="{C903CA55-4FD2-47A8-8B12-6ACDA3EF05FD}" presName="compNode" presStyleCnt="0"/>
      <dgm:spPr/>
    </dgm:pt>
    <dgm:pt modelId="{02D2FFE5-666D-499D-B600-97917860FE78}" type="pres">
      <dgm:prSet presAssocID="{C903CA55-4FD2-47A8-8B12-6ACDA3EF05FD}" presName="iconBgRect" presStyleLbl="bgShp" presStyleIdx="2" presStyleCnt="4"/>
      <dgm:spPr/>
    </dgm:pt>
    <dgm:pt modelId="{DE4FEB5A-B22F-4719-BC39-A38EBE6AB5F1}" type="pres">
      <dgm:prSet presAssocID="{C903CA55-4FD2-47A8-8B12-6ACDA3EF05F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C9F86720-7A56-4122-9CDB-4B3886086393}" type="pres">
      <dgm:prSet presAssocID="{C903CA55-4FD2-47A8-8B12-6ACDA3EF05FD}" presName="spaceRect" presStyleCnt="0"/>
      <dgm:spPr/>
    </dgm:pt>
    <dgm:pt modelId="{442DCA30-C543-4E3F-A23D-346AEE9BBE3A}" type="pres">
      <dgm:prSet presAssocID="{C903CA55-4FD2-47A8-8B12-6ACDA3EF05FD}" presName="textRect" presStyleLbl="revTx" presStyleIdx="2" presStyleCnt="4">
        <dgm:presLayoutVars>
          <dgm:chMax val="1"/>
          <dgm:chPref val="1"/>
        </dgm:presLayoutVars>
      </dgm:prSet>
      <dgm:spPr/>
    </dgm:pt>
    <dgm:pt modelId="{EE17B9CE-BE9D-460A-9264-2E63D9B916E0}" type="pres">
      <dgm:prSet presAssocID="{2F11C6C1-52FE-4B21-A4B7-3E19E05E1970}" presName="sibTrans" presStyleLbl="sibTrans2D1" presStyleIdx="0" presStyleCnt="0"/>
      <dgm:spPr/>
    </dgm:pt>
    <dgm:pt modelId="{79E21072-FB73-47B9-B582-E396046532FC}" type="pres">
      <dgm:prSet presAssocID="{FB7B4AF0-76E3-489E-9621-B12EE76592FE}" presName="compNode" presStyleCnt="0"/>
      <dgm:spPr/>
    </dgm:pt>
    <dgm:pt modelId="{7268B5A4-04C5-4B0A-BD23-6A418C18DEE3}" type="pres">
      <dgm:prSet presAssocID="{FB7B4AF0-76E3-489E-9621-B12EE76592FE}" presName="iconBgRect" presStyleLbl="bgShp" presStyleIdx="3" presStyleCnt="4"/>
      <dgm:spPr/>
    </dgm:pt>
    <dgm:pt modelId="{DFBACBF3-6097-4880-A67F-1370741F17CD}" type="pres">
      <dgm:prSet presAssocID="{FB7B4AF0-76E3-489E-9621-B12EE76592F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F1A32547-F70E-41B2-8A0D-2C69B6D68D6F}" type="pres">
      <dgm:prSet presAssocID="{FB7B4AF0-76E3-489E-9621-B12EE76592FE}" presName="spaceRect" presStyleCnt="0"/>
      <dgm:spPr/>
    </dgm:pt>
    <dgm:pt modelId="{7BB4F5A7-3F92-445B-BF4C-60DB2D411A5D}" type="pres">
      <dgm:prSet presAssocID="{FB7B4AF0-76E3-489E-9621-B12EE76592F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CBAF705-B8B1-1F48-A214-A7F67B1E1EE2}" type="presOf" srcId="{FC265D8E-A929-4618-BD4B-1F6B928CC1F6}" destId="{BF452E1A-34B8-4951-9BA0-BC78DB03767E}" srcOrd="0" destOrd="0" presId="urn:microsoft.com/office/officeart/2018/2/layout/IconCircleList"/>
    <dgm:cxn modelId="{0A8AE22B-62D0-D347-9442-FC0E168BCF7F}" type="presOf" srcId="{2A22985D-2CA9-46C9-8E4A-DE48E0379398}" destId="{81D8590C-B05D-496E-A0C9-05F6E59EE4E6}" srcOrd="0" destOrd="0" presId="urn:microsoft.com/office/officeart/2018/2/layout/IconCircleList"/>
    <dgm:cxn modelId="{7ED6B738-C8AF-E549-A25C-6127BFAC8040}" type="presOf" srcId="{FB7B4AF0-76E3-489E-9621-B12EE76592FE}" destId="{7BB4F5A7-3F92-445B-BF4C-60DB2D411A5D}" srcOrd="0" destOrd="0" presId="urn:microsoft.com/office/officeart/2018/2/layout/IconCircleList"/>
    <dgm:cxn modelId="{8AA64439-23A6-B745-917C-E74802B0AB2F}" type="presOf" srcId="{E13AF248-2E74-423B-94F7-C9C3E121F6AA}" destId="{0FBB3473-6365-433D-A200-DC0BDF240EFC}" srcOrd="0" destOrd="0" presId="urn:microsoft.com/office/officeart/2018/2/layout/IconCircleList"/>
    <dgm:cxn modelId="{BDB73341-2DAE-4025-A3B5-9769B57D917F}" srcId="{E13AF248-2E74-423B-94F7-C9C3E121F6AA}" destId="{FC265D8E-A929-4618-BD4B-1F6B928CC1F6}" srcOrd="0" destOrd="0" parTransId="{CF2E69BA-99CA-4BE9-8426-6C3C76AC596D}" sibTransId="{2459B33E-76A3-41BE-B0E0-D61B34372B01}"/>
    <dgm:cxn modelId="{7FEEB65B-5EB9-104E-A042-D3CEAB86D91D}" type="presOf" srcId="{2F11C6C1-52FE-4B21-A4B7-3E19E05E1970}" destId="{EE17B9CE-BE9D-460A-9264-2E63D9B916E0}" srcOrd="0" destOrd="0" presId="urn:microsoft.com/office/officeart/2018/2/layout/IconCircleList"/>
    <dgm:cxn modelId="{1D29B284-DB72-4DD4-8CFE-5967F41FEF40}" srcId="{E13AF248-2E74-423B-94F7-C9C3E121F6AA}" destId="{10B9E3C1-9124-47D5-8811-36E7829BD890}" srcOrd="1" destOrd="0" parTransId="{5CA2A938-0360-4E05-B1D3-58AA2D9CF90B}" sibTransId="{2A22985D-2CA9-46C9-8E4A-DE48E0379398}"/>
    <dgm:cxn modelId="{02425895-C2D7-2941-9A08-7D639C5BF3B4}" type="presOf" srcId="{C903CA55-4FD2-47A8-8B12-6ACDA3EF05FD}" destId="{442DCA30-C543-4E3F-A23D-346AEE9BBE3A}" srcOrd="0" destOrd="0" presId="urn:microsoft.com/office/officeart/2018/2/layout/IconCircleList"/>
    <dgm:cxn modelId="{EFD9999E-7480-1440-B2F1-9AC152ABB2DA}" type="presOf" srcId="{2459B33E-76A3-41BE-B0E0-D61B34372B01}" destId="{04B33E1C-77FE-43A0-98E0-D83678ADBB3B}" srcOrd="0" destOrd="0" presId="urn:microsoft.com/office/officeart/2018/2/layout/IconCircleList"/>
    <dgm:cxn modelId="{EDEC6DA0-D739-4ECB-90C4-5898C0FB8FD9}" srcId="{E13AF248-2E74-423B-94F7-C9C3E121F6AA}" destId="{C903CA55-4FD2-47A8-8B12-6ACDA3EF05FD}" srcOrd="2" destOrd="0" parTransId="{F5330172-2A6A-4BD1-A7D7-6CE6770D777B}" sibTransId="{2F11C6C1-52FE-4B21-A4B7-3E19E05E1970}"/>
    <dgm:cxn modelId="{28A4EDC5-4720-4F5E-AAA4-93A489B53862}" srcId="{E13AF248-2E74-423B-94F7-C9C3E121F6AA}" destId="{FB7B4AF0-76E3-489E-9621-B12EE76592FE}" srcOrd="3" destOrd="0" parTransId="{FF5E5250-5576-480D-9680-5893D85EB946}" sibTransId="{16F36A08-5CE0-45EB-AD1A-B35A47CDD03C}"/>
    <dgm:cxn modelId="{9B7E24CA-A0D4-0F41-B039-20D3F48366E2}" type="presOf" srcId="{10B9E3C1-9124-47D5-8811-36E7829BD890}" destId="{44D3C240-711D-48F5-92B1-3867B9C02D8B}" srcOrd="0" destOrd="0" presId="urn:microsoft.com/office/officeart/2018/2/layout/IconCircleList"/>
    <dgm:cxn modelId="{05A64EB0-27F3-9A44-BD5B-C763CC118614}" type="presParOf" srcId="{0FBB3473-6365-433D-A200-DC0BDF240EFC}" destId="{169D22FA-6DC9-4AC5-96C8-38F58E228668}" srcOrd="0" destOrd="0" presId="urn:microsoft.com/office/officeart/2018/2/layout/IconCircleList"/>
    <dgm:cxn modelId="{F089A211-9E50-F744-B3E0-3F426C7D4FD3}" type="presParOf" srcId="{169D22FA-6DC9-4AC5-96C8-38F58E228668}" destId="{CDBB1933-21CD-4642-9F38-16DE97B56296}" srcOrd="0" destOrd="0" presId="urn:microsoft.com/office/officeart/2018/2/layout/IconCircleList"/>
    <dgm:cxn modelId="{288246AE-536C-5141-90D1-809CB751A0D0}" type="presParOf" srcId="{CDBB1933-21CD-4642-9F38-16DE97B56296}" destId="{DCE66AB2-2AB2-4DC1-819D-5E6F138720FC}" srcOrd="0" destOrd="0" presId="urn:microsoft.com/office/officeart/2018/2/layout/IconCircleList"/>
    <dgm:cxn modelId="{F2C9E946-40D6-6440-A3FB-BEEB4F5AABBE}" type="presParOf" srcId="{CDBB1933-21CD-4642-9F38-16DE97B56296}" destId="{B60B2E4A-6DBE-4D8F-8759-57D4A9A6C9E3}" srcOrd="1" destOrd="0" presId="urn:microsoft.com/office/officeart/2018/2/layout/IconCircleList"/>
    <dgm:cxn modelId="{B07DEC03-2224-7C4E-99DC-410C878F39A1}" type="presParOf" srcId="{CDBB1933-21CD-4642-9F38-16DE97B56296}" destId="{026CEBE1-5099-4389-8FB4-235947722369}" srcOrd="2" destOrd="0" presId="urn:microsoft.com/office/officeart/2018/2/layout/IconCircleList"/>
    <dgm:cxn modelId="{634CD8C9-0FE0-5045-B1D5-EBEFF8C0C376}" type="presParOf" srcId="{CDBB1933-21CD-4642-9F38-16DE97B56296}" destId="{BF452E1A-34B8-4951-9BA0-BC78DB03767E}" srcOrd="3" destOrd="0" presId="urn:microsoft.com/office/officeart/2018/2/layout/IconCircleList"/>
    <dgm:cxn modelId="{A734AC66-71EE-4946-832B-0D2417AD70AF}" type="presParOf" srcId="{169D22FA-6DC9-4AC5-96C8-38F58E228668}" destId="{04B33E1C-77FE-43A0-98E0-D83678ADBB3B}" srcOrd="1" destOrd="0" presId="urn:microsoft.com/office/officeart/2018/2/layout/IconCircleList"/>
    <dgm:cxn modelId="{BE9B2440-FF2A-5A4B-A711-00A47C4C6C2F}" type="presParOf" srcId="{169D22FA-6DC9-4AC5-96C8-38F58E228668}" destId="{2ACAC6FE-39B0-41A6-B7AE-ACCB9008B4E5}" srcOrd="2" destOrd="0" presId="urn:microsoft.com/office/officeart/2018/2/layout/IconCircleList"/>
    <dgm:cxn modelId="{CB8FF55C-535D-6B40-8B7C-261F39DDCAE1}" type="presParOf" srcId="{2ACAC6FE-39B0-41A6-B7AE-ACCB9008B4E5}" destId="{F63357E0-68AC-4DC9-8642-3EF2CAC3D72A}" srcOrd="0" destOrd="0" presId="urn:microsoft.com/office/officeart/2018/2/layout/IconCircleList"/>
    <dgm:cxn modelId="{DC3CC262-9648-C14A-83D8-C06E619B3776}" type="presParOf" srcId="{2ACAC6FE-39B0-41A6-B7AE-ACCB9008B4E5}" destId="{B0D158CC-A815-4935-B4DC-1FD8B2BCBB4F}" srcOrd="1" destOrd="0" presId="urn:microsoft.com/office/officeart/2018/2/layout/IconCircleList"/>
    <dgm:cxn modelId="{0E02257A-8A64-9448-862D-0427A476263D}" type="presParOf" srcId="{2ACAC6FE-39B0-41A6-B7AE-ACCB9008B4E5}" destId="{1F7609A4-7815-4248-A6F8-7F88C5E6ACC7}" srcOrd="2" destOrd="0" presId="urn:microsoft.com/office/officeart/2018/2/layout/IconCircleList"/>
    <dgm:cxn modelId="{3489D32E-6B3A-334B-AEB5-3DD641B69C00}" type="presParOf" srcId="{2ACAC6FE-39B0-41A6-B7AE-ACCB9008B4E5}" destId="{44D3C240-711D-48F5-92B1-3867B9C02D8B}" srcOrd="3" destOrd="0" presId="urn:microsoft.com/office/officeart/2018/2/layout/IconCircleList"/>
    <dgm:cxn modelId="{56B5C1E8-2134-054E-83FA-C6C302AED1F1}" type="presParOf" srcId="{169D22FA-6DC9-4AC5-96C8-38F58E228668}" destId="{81D8590C-B05D-496E-A0C9-05F6E59EE4E6}" srcOrd="3" destOrd="0" presId="urn:microsoft.com/office/officeart/2018/2/layout/IconCircleList"/>
    <dgm:cxn modelId="{50BF856D-3373-A041-B600-11088B969738}" type="presParOf" srcId="{169D22FA-6DC9-4AC5-96C8-38F58E228668}" destId="{71C64F5D-1E5C-4F8A-83E9-34E512D4A09A}" srcOrd="4" destOrd="0" presId="urn:microsoft.com/office/officeart/2018/2/layout/IconCircleList"/>
    <dgm:cxn modelId="{347BE4B2-ED15-4542-97CF-ADB75E2E7A00}" type="presParOf" srcId="{71C64F5D-1E5C-4F8A-83E9-34E512D4A09A}" destId="{02D2FFE5-666D-499D-B600-97917860FE78}" srcOrd="0" destOrd="0" presId="urn:microsoft.com/office/officeart/2018/2/layout/IconCircleList"/>
    <dgm:cxn modelId="{EE68207C-395A-514E-A77D-F29EFF1B9616}" type="presParOf" srcId="{71C64F5D-1E5C-4F8A-83E9-34E512D4A09A}" destId="{DE4FEB5A-B22F-4719-BC39-A38EBE6AB5F1}" srcOrd="1" destOrd="0" presId="urn:microsoft.com/office/officeart/2018/2/layout/IconCircleList"/>
    <dgm:cxn modelId="{E8884410-DBE6-194A-8198-9A4690AFBE08}" type="presParOf" srcId="{71C64F5D-1E5C-4F8A-83E9-34E512D4A09A}" destId="{C9F86720-7A56-4122-9CDB-4B3886086393}" srcOrd="2" destOrd="0" presId="urn:microsoft.com/office/officeart/2018/2/layout/IconCircleList"/>
    <dgm:cxn modelId="{6EA74095-81A2-4549-AB29-D012B4089983}" type="presParOf" srcId="{71C64F5D-1E5C-4F8A-83E9-34E512D4A09A}" destId="{442DCA30-C543-4E3F-A23D-346AEE9BBE3A}" srcOrd="3" destOrd="0" presId="urn:microsoft.com/office/officeart/2018/2/layout/IconCircleList"/>
    <dgm:cxn modelId="{190567A9-36F9-D64A-89E6-66B6CA9A7114}" type="presParOf" srcId="{169D22FA-6DC9-4AC5-96C8-38F58E228668}" destId="{EE17B9CE-BE9D-460A-9264-2E63D9B916E0}" srcOrd="5" destOrd="0" presId="urn:microsoft.com/office/officeart/2018/2/layout/IconCircleList"/>
    <dgm:cxn modelId="{681DEA58-D8D1-A74D-9E5C-93AA026D1D12}" type="presParOf" srcId="{169D22FA-6DC9-4AC5-96C8-38F58E228668}" destId="{79E21072-FB73-47B9-B582-E396046532FC}" srcOrd="6" destOrd="0" presId="urn:microsoft.com/office/officeart/2018/2/layout/IconCircleList"/>
    <dgm:cxn modelId="{C8116DAF-32F4-FB43-8E04-4FE0C8EDD603}" type="presParOf" srcId="{79E21072-FB73-47B9-B582-E396046532FC}" destId="{7268B5A4-04C5-4B0A-BD23-6A418C18DEE3}" srcOrd="0" destOrd="0" presId="urn:microsoft.com/office/officeart/2018/2/layout/IconCircleList"/>
    <dgm:cxn modelId="{86529ED4-EE25-E84F-ABEC-8C3021D1FE9B}" type="presParOf" srcId="{79E21072-FB73-47B9-B582-E396046532FC}" destId="{DFBACBF3-6097-4880-A67F-1370741F17CD}" srcOrd="1" destOrd="0" presId="urn:microsoft.com/office/officeart/2018/2/layout/IconCircleList"/>
    <dgm:cxn modelId="{A4A2D498-5E76-FD49-A998-EFE631A11C2C}" type="presParOf" srcId="{79E21072-FB73-47B9-B582-E396046532FC}" destId="{F1A32547-F70E-41B2-8A0D-2C69B6D68D6F}" srcOrd="2" destOrd="0" presId="urn:microsoft.com/office/officeart/2018/2/layout/IconCircleList"/>
    <dgm:cxn modelId="{B6D24CFD-9778-4A41-BB23-B2F2E39B9A00}" type="presParOf" srcId="{79E21072-FB73-47B9-B582-E396046532FC}" destId="{7BB4F5A7-3F92-445B-BF4C-60DB2D411A5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ADF026-A2C3-4DA2-87C3-78A18D5F6D1D}" type="doc">
      <dgm:prSet loTypeId="urn:microsoft.com/office/officeart/2018/2/layout/IconVerticalSolidList" loCatId="icon" qsTypeId="urn:microsoft.com/office/officeart/2005/8/quickstyle/simple1#88" qsCatId="simple" csTypeId="urn:microsoft.com/office/officeart/2005/8/colors/accent1_2#45" csCatId="accent1" phldr="1"/>
      <dgm:spPr/>
      <dgm:t>
        <a:bodyPr/>
        <a:lstStyle/>
        <a:p>
          <a:endParaRPr lang="en-US"/>
        </a:p>
      </dgm:t>
    </dgm:pt>
    <dgm:pt modelId="{5E59CEEC-A70C-4D43-B7C3-3015E959D1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Contract type, tenure, monthly charges, and internet service were associated with churn.</a:t>
          </a:r>
        </a:p>
      </dgm:t>
    </dgm:pt>
    <dgm:pt modelId="{11225395-A964-4F60-A4D8-46C941FCC481}" type="parTrans" cxnId="{3C744D3A-447D-4204-933A-20E78F0AE8B8}">
      <dgm:prSet/>
      <dgm:spPr/>
      <dgm:t>
        <a:bodyPr/>
        <a:lstStyle/>
        <a:p>
          <a:endParaRPr lang="en-US"/>
        </a:p>
      </dgm:t>
    </dgm:pt>
    <dgm:pt modelId="{A792BF2A-D6A5-4944-9027-0DC4DED3585E}" type="sibTrans" cxnId="{3C744D3A-447D-4204-933A-20E78F0AE8B8}">
      <dgm:prSet/>
      <dgm:spPr/>
      <dgm:t>
        <a:bodyPr/>
        <a:lstStyle/>
        <a:p>
          <a:endParaRPr lang="en-US"/>
        </a:p>
      </dgm:t>
    </dgm:pt>
    <dgm:pt modelId="{443F68E5-82D4-44BE-8234-0DBEB3667A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Logistic Regression performed best with 0.805 test accuracy.</a:t>
          </a:r>
        </a:p>
      </dgm:t>
    </dgm:pt>
    <dgm:pt modelId="{4BBD39F8-C622-40FD-A4A2-1AB8A6D7AFB6}" type="parTrans" cxnId="{FC236825-1452-45E2-9DCB-68546305A5C0}">
      <dgm:prSet/>
      <dgm:spPr/>
      <dgm:t>
        <a:bodyPr/>
        <a:lstStyle/>
        <a:p>
          <a:endParaRPr lang="en-US"/>
        </a:p>
      </dgm:t>
    </dgm:pt>
    <dgm:pt modelId="{C8CCA473-B415-4C5F-9ABF-83502E22B596}" type="sibTrans" cxnId="{FC236825-1452-45E2-9DCB-68546305A5C0}">
      <dgm:prSet/>
      <dgm:spPr/>
      <dgm:t>
        <a:bodyPr/>
        <a:lstStyle/>
        <a:p>
          <a:endParaRPr lang="en-US"/>
        </a:p>
      </dgm:t>
    </dgm:pt>
    <dgm:pt modelId="{186EE343-9242-48A0-891E-CB28BFFF66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Its average 5-fold cross-validation accuracy was 0.804.</a:t>
          </a:r>
        </a:p>
      </dgm:t>
    </dgm:pt>
    <dgm:pt modelId="{0DB48B17-97A0-4108-A066-849854F67CD8}" type="parTrans" cxnId="{5D5FD916-D3A5-4A40-990B-817AAED21459}">
      <dgm:prSet/>
      <dgm:spPr/>
      <dgm:t>
        <a:bodyPr/>
        <a:lstStyle/>
        <a:p>
          <a:endParaRPr lang="en-US"/>
        </a:p>
      </dgm:t>
    </dgm:pt>
    <dgm:pt modelId="{09A77B77-F6C6-4E98-8FC5-448FC7969E76}" type="sibTrans" cxnId="{5D5FD916-D3A5-4A40-990B-817AAED21459}">
      <dgm:prSet/>
      <dgm:spPr/>
      <dgm:t>
        <a:bodyPr/>
        <a:lstStyle/>
        <a:p>
          <a:endParaRPr lang="en-US"/>
        </a:p>
      </dgm:t>
    </dgm:pt>
    <dgm:pt modelId="{DA90EEE9-7207-47CD-9F99-5F44C44A35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Forest improved after tuning but did not outperform Logistic Regression.</a:t>
          </a:r>
        </a:p>
      </dgm:t>
    </dgm:pt>
    <dgm:pt modelId="{AE03B168-D0D7-408F-A718-AA862AF9DC2A}" type="parTrans" cxnId="{259A58E7-CFBD-46C9-B067-FD2EDA71DF98}">
      <dgm:prSet/>
      <dgm:spPr/>
      <dgm:t>
        <a:bodyPr/>
        <a:lstStyle/>
        <a:p>
          <a:endParaRPr lang="en-US"/>
        </a:p>
      </dgm:t>
    </dgm:pt>
    <dgm:pt modelId="{F5764859-32AC-4EC4-8D73-FFB36680ADD1}" type="sibTrans" cxnId="{259A58E7-CFBD-46C9-B067-FD2EDA71DF98}">
      <dgm:prSet/>
      <dgm:spPr/>
      <dgm:t>
        <a:bodyPr/>
        <a:lstStyle/>
        <a:p>
          <a:endParaRPr lang="en-US"/>
        </a:p>
      </dgm:t>
    </dgm:pt>
    <dgm:pt modelId="{5649BC1A-76CF-4340-B24D-DA7041F08DC2}" type="pres">
      <dgm:prSet presAssocID="{C2ADF026-A2C3-4DA2-87C3-78A18D5F6D1D}" presName="root" presStyleCnt="0">
        <dgm:presLayoutVars>
          <dgm:dir/>
          <dgm:resizeHandles val="exact"/>
        </dgm:presLayoutVars>
      </dgm:prSet>
      <dgm:spPr/>
    </dgm:pt>
    <dgm:pt modelId="{B4B2AF6F-44B1-4392-97E2-5449F46473C8}" type="pres">
      <dgm:prSet presAssocID="{5E59CEEC-A70C-4D43-B7C3-3015E959D10B}" presName="compNode" presStyleCnt="0"/>
      <dgm:spPr/>
    </dgm:pt>
    <dgm:pt modelId="{DE8853C6-24D7-40EA-AB86-8ED59FD9E076}" type="pres">
      <dgm:prSet presAssocID="{5E59CEEC-A70C-4D43-B7C3-3015E959D10B}" presName="bgRect" presStyleLbl="bgShp" presStyleIdx="0" presStyleCnt="4"/>
      <dgm:spPr/>
    </dgm:pt>
    <dgm:pt modelId="{2DBD0E5F-29FE-4DBF-90A6-C9C59AD1570B}" type="pres">
      <dgm:prSet presAssocID="{5E59CEEC-A70C-4D43-B7C3-3015E959D10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68BB19C-D51E-438D-A8ED-F9AC7F3DD57A}" type="pres">
      <dgm:prSet presAssocID="{5E59CEEC-A70C-4D43-B7C3-3015E959D10B}" presName="spaceRect" presStyleCnt="0"/>
      <dgm:spPr/>
    </dgm:pt>
    <dgm:pt modelId="{8AB6E872-E7DF-4227-9FD8-07C9FB1B4229}" type="pres">
      <dgm:prSet presAssocID="{5E59CEEC-A70C-4D43-B7C3-3015E959D10B}" presName="parTx" presStyleLbl="revTx" presStyleIdx="0" presStyleCnt="4">
        <dgm:presLayoutVars>
          <dgm:chMax val="0"/>
          <dgm:chPref val="0"/>
        </dgm:presLayoutVars>
      </dgm:prSet>
      <dgm:spPr/>
    </dgm:pt>
    <dgm:pt modelId="{F89A0CA8-3652-4C3B-A6C7-8C1936E89A90}" type="pres">
      <dgm:prSet presAssocID="{A792BF2A-D6A5-4944-9027-0DC4DED3585E}" presName="sibTrans" presStyleCnt="0"/>
      <dgm:spPr/>
    </dgm:pt>
    <dgm:pt modelId="{A663DF76-22DC-4A8A-8141-AD6BC1E2F37E}" type="pres">
      <dgm:prSet presAssocID="{443F68E5-82D4-44BE-8234-0DBEB3667AF6}" presName="compNode" presStyleCnt="0"/>
      <dgm:spPr/>
    </dgm:pt>
    <dgm:pt modelId="{CCBAA186-9BE0-4776-AA9B-5979883BB9FC}" type="pres">
      <dgm:prSet presAssocID="{443F68E5-82D4-44BE-8234-0DBEB3667AF6}" presName="bgRect" presStyleLbl="bgShp" presStyleIdx="1" presStyleCnt="4"/>
      <dgm:spPr/>
    </dgm:pt>
    <dgm:pt modelId="{14426249-873D-47CE-880C-D3C506034871}" type="pres">
      <dgm:prSet presAssocID="{443F68E5-82D4-44BE-8234-0DBEB3667AF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C658585-E48D-4C28-8702-3B51A19481F9}" type="pres">
      <dgm:prSet presAssocID="{443F68E5-82D4-44BE-8234-0DBEB3667AF6}" presName="spaceRect" presStyleCnt="0"/>
      <dgm:spPr/>
    </dgm:pt>
    <dgm:pt modelId="{2A2CC12B-939E-46FA-8BC2-87A170B3C35D}" type="pres">
      <dgm:prSet presAssocID="{443F68E5-82D4-44BE-8234-0DBEB3667AF6}" presName="parTx" presStyleLbl="revTx" presStyleIdx="1" presStyleCnt="4">
        <dgm:presLayoutVars>
          <dgm:chMax val="0"/>
          <dgm:chPref val="0"/>
        </dgm:presLayoutVars>
      </dgm:prSet>
      <dgm:spPr/>
    </dgm:pt>
    <dgm:pt modelId="{51059C6D-0968-409D-BEED-1BAAA04A39AA}" type="pres">
      <dgm:prSet presAssocID="{C8CCA473-B415-4C5F-9ABF-83502E22B596}" presName="sibTrans" presStyleCnt="0"/>
      <dgm:spPr/>
    </dgm:pt>
    <dgm:pt modelId="{6E66D9E8-E704-482E-93F3-415400456019}" type="pres">
      <dgm:prSet presAssocID="{186EE343-9242-48A0-891E-CB28BFFF66E0}" presName="compNode" presStyleCnt="0"/>
      <dgm:spPr/>
    </dgm:pt>
    <dgm:pt modelId="{0C8B16E7-975F-4BD9-AF73-6559B1923421}" type="pres">
      <dgm:prSet presAssocID="{186EE343-9242-48A0-891E-CB28BFFF66E0}" presName="bgRect" presStyleLbl="bgShp" presStyleIdx="2" presStyleCnt="4"/>
      <dgm:spPr/>
    </dgm:pt>
    <dgm:pt modelId="{720C9ACD-8CEE-4071-A0ED-9201D51A49F2}" type="pres">
      <dgm:prSet presAssocID="{186EE343-9242-48A0-891E-CB28BFFF66E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643AA49-1A88-4C74-BA80-677483D25DAF}" type="pres">
      <dgm:prSet presAssocID="{186EE343-9242-48A0-891E-CB28BFFF66E0}" presName="spaceRect" presStyleCnt="0"/>
      <dgm:spPr/>
    </dgm:pt>
    <dgm:pt modelId="{8123986B-A7C1-4108-BD21-C21539A73A75}" type="pres">
      <dgm:prSet presAssocID="{186EE343-9242-48A0-891E-CB28BFFF66E0}" presName="parTx" presStyleLbl="revTx" presStyleIdx="2" presStyleCnt="4">
        <dgm:presLayoutVars>
          <dgm:chMax val="0"/>
          <dgm:chPref val="0"/>
        </dgm:presLayoutVars>
      </dgm:prSet>
      <dgm:spPr/>
    </dgm:pt>
    <dgm:pt modelId="{5E2B90DD-290D-4340-A312-985EB3F38021}" type="pres">
      <dgm:prSet presAssocID="{09A77B77-F6C6-4E98-8FC5-448FC7969E76}" presName="sibTrans" presStyleCnt="0"/>
      <dgm:spPr/>
    </dgm:pt>
    <dgm:pt modelId="{98FD3C89-705A-43E3-9C20-C8B0B30251B7}" type="pres">
      <dgm:prSet presAssocID="{DA90EEE9-7207-47CD-9F99-5F44C44A3571}" presName="compNode" presStyleCnt="0"/>
      <dgm:spPr/>
    </dgm:pt>
    <dgm:pt modelId="{53ED6188-1412-4DC8-A296-C8E861381899}" type="pres">
      <dgm:prSet presAssocID="{DA90EEE9-7207-47CD-9F99-5F44C44A3571}" presName="bgRect" presStyleLbl="bgShp" presStyleIdx="3" presStyleCnt="4"/>
      <dgm:spPr/>
    </dgm:pt>
    <dgm:pt modelId="{DC3BAE8C-BE34-41A0-93E2-53A1E169010F}" type="pres">
      <dgm:prSet presAssocID="{DA90EEE9-7207-47CD-9F99-5F44C44A357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64201B41-2E76-4023-91C0-9F362FEAB845}" type="pres">
      <dgm:prSet presAssocID="{DA90EEE9-7207-47CD-9F99-5F44C44A3571}" presName="spaceRect" presStyleCnt="0"/>
      <dgm:spPr/>
    </dgm:pt>
    <dgm:pt modelId="{9C34188A-D4B1-4A0A-ADC4-963F3BC873D1}" type="pres">
      <dgm:prSet presAssocID="{DA90EEE9-7207-47CD-9F99-5F44C44A357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2ED9C0B-DF29-4555-A55E-A722A3E4537D}" type="presOf" srcId="{DA90EEE9-7207-47CD-9F99-5F44C44A3571}" destId="{9C34188A-D4B1-4A0A-ADC4-963F3BC873D1}" srcOrd="0" destOrd="0" presId="urn:microsoft.com/office/officeart/2018/2/layout/IconVerticalSolidList"/>
    <dgm:cxn modelId="{5D5FD916-D3A5-4A40-990B-817AAED21459}" srcId="{C2ADF026-A2C3-4DA2-87C3-78A18D5F6D1D}" destId="{186EE343-9242-48A0-891E-CB28BFFF66E0}" srcOrd="2" destOrd="0" parTransId="{0DB48B17-97A0-4108-A066-849854F67CD8}" sibTransId="{09A77B77-F6C6-4E98-8FC5-448FC7969E76}"/>
    <dgm:cxn modelId="{FC236825-1452-45E2-9DCB-68546305A5C0}" srcId="{C2ADF026-A2C3-4DA2-87C3-78A18D5F6D1D}" destId="{443F68E5-82D4-44BE-8234-0DBEB3667AF6}" srcOrd="1" destOrd="0" parTransId="{4BBD39F8-C622-40FD-A4A2-1AB8A6D7AFB6}" sibTransId="{C8CCA473-B415-4C5F-9ABF-83502E22B596}"/>
    <dgm:cxn modelId="{3C744D3A-447D-4204-933A-20E78F0AE8B8}" srcId="{C2ADF026-A2C3-4DA2-87C3-78A18D5F6D1D}" destId="{5E59CEEC-A70C-4D43-B7C3-3015E959D10B}" srcOrd="0" destOrd="0" parTransId="{11225395-A964-4F60-A4D8-46C941FCC481}" sibTransId="{A792BF2A-D6A5-4944-9027-0DC4DED3585E}"/>
    <dgm:cxn modelId="{FE3F4251-CBD8-4DAA-8958-A3965E1B4F49}" type="presOf" srcId="{5E59CEEC-A70C-4D43-B7C3-3015E959D10B}" destId="{8AB6E872-E7DF-4227-9FD8-07C9FB1B4229}" srcOrd="0" destOrd="0" presId="urn:microsoft.com/office/officeart/2018/2/layout/IconVerticalSolidList"/>
    <dgm:cxn modelId="{D2B0D2AD-AF9F-423F-8749-505F399BF2F8}" type="presOf" srcId="{186EE343-9242-48A0-891E-CB28BFFF66E0}" destId="{8123986B-A7C1-4108-BD21-C21539A73A75}" srcOrd="0" destOrd="0" presId="urn:microsoft.com/office/officeart/2018/2/layout/IconVerticalSolidList"/>
    <dgm:cxn modelId="{658930BB-F5AA-4F4C-9EE9-C52D084954D3}" type="presOf" srcId="{443F68E5-82D4-44BE-8234-0DBEB3667AF6}" destId="{2A2CC12B-939E-46FA-8BC2-87A170B3C35D}" srcOrd="0" destOrd="0" presId="urn:microsoft.com/office/officeart/2018/2/layout/IconVerticalSolidList"/>
    <dgm:cxn modelId="{D6210BCC-CF52-4470-8C15-6E48B799A233}" type="presOf" srcId="{C2ADF026-A2C3-4DA2-87C3-78A18D5F6D1D}" destId="{5649BC1A-76CF-4340-B24D-DA7041F08DC2}" srcOrd="0" destOrd="0" presId="urn:microsoft.com/office/officeart/2018/2/layout/IconVerticalSolidList"/>
    <dgm:cxn modelId="{259A58E7-CFBD-46C9-B067-FD2EDA71DF98}" srcId="{C2ADF026-A2C3-4DA2-87C3-78A18D5F6D1D}" destId="{DA90EEE9-7207-47CD-9F99-5F44C44A3571}" srcOrd="3" destOrd="0" parTransId="{AE03B168-D0D7-408F-A718-AA862AF9DC2A}" sibTransId="{F5764859-32AC-4EC4-8D73-FFB36680ADD1}"/>
    <dgm:cxn modelId="{8DAFD408-1879-4F63-B727-EF92ECD8059E}" type="presParOf" srcId="{5649BC1A-76CF-4340-B24D-DA7041F08DC2}" destId="{B4B2AF6F-44B1-4392-97E2-5449F46473C8}" srcOrd="0" destOrd="0" presId="urn:microsoft.com/office/officeart/2018/2/layout/IconVerticalSolidList"/>
    <dgm:cxn modelId="{ADA82BA2-9977-4D10-83AC-B5C0B22D5661}" type="presParOf" srcId="{B4B2AF6F-44B1-4392-97E2-5449F46473C8}" destId="{DE8853C6-24D7-40EA-AB86-8ED59FD9E076}" srcOrd="0" destOrd="0" presId="urn:microsoft.com/office/officeart/2018/2/layout/IconVerticalSolidList"/>
    <dgm:cxn modelId="{4F59B047-F807-443C-AD65-CE7BDC90FC4D}" type="presParOf" srcId="{B4B2AF6F-44B1-4392-97E2-5449F46473C8}" destId="{2DBD0E5F-29FE-4DBF-90A6-C9C59AD1570B}" srcOrd="1" destOrd="0" presId="urn:microsoft.com/office/officeart/2018/2/layout/IconVerticalSolidList"/>
    <dgm:cxn modelId="{AFD030A8-58EA-4F09-8678-F68B51CD1207}" type="presParOf" srcId="{B4B2AF6F-44B1-4392-97E2-5449F46473C8}" destId="{368BB19C-D51E-438D-A8ED-F9AC7F3DD57A}" srcOrd="2" destOrd="0" presId="urn:microsoft.com/office/officeart/2018/2/layout/IconVerticalSolidList"/>
    <dgm:cxn modelId="{F78F3F4F-44F0-4234-B1D2-597D648C43F3}" type="presParOf" srcId="{B4B2AF6F-44B1-4392-97E2-5449F46473C8}" destId="{8AB6E872-E7DF-4227-9FD8-07C9FB1B4229}" srcOrd="3" destOrd="0" presId="urn:microsoft.com/office/officeart/2018/2/layout/IconVerticalSolidList"/>
    <dgm:cxn modelId="{C994F5C2-43A0-43E6-A0D9-ECE6555D942D}" type="presParOf" srcId="{5649BC1A-76CF-4340-B24D-DA7041F08DC2}" destId="{F89A0CA8-3652-4C3B-A6C7-8C1936E89A90}" srcOrd="1" destOrd="0" presId="urn:microsoft.com/office/officeart/2018/2/layout/IconVerticalSolidList"/>
    <dgm:cxn modelId="{88475DD0-76B8-4144-860F-2F1EF869026D}" type="presParOf" srcId="{5649BC1A-76CF-4340-B24D-DA7041F08DC2}" destId="{A663DF76-22DC-4A8A-8141-AD6BC1E2F37E}" srcOrd="2" destOrd="0" presId="urn:microsoft.com/office/officeart/2018/2/layout/IconVerticalSolidList"/>
    <dgm:cxn modelId="{9C058C32-B22E-4D45-AF07-17DE646E466F}" type="presParOf" srcId="{A663DF76-22DC-4A8A-8141-AD6BC1E2F37E}" destId="{CCBAA186-9BE0-4776-AA9B-5979883BB9FC}" srcOrd="0" destOrd="0" presId="urn:microsoft.com/office/officeart/2018/2/layout/IconVerticalSolidList"/>
    <dgm:cxn modelId="{48770286-C42F-44CC-AA02-C5AB66A2223B}" type="presParOf" srcId="{A663DF76-22DC-4A8A-8141-AD6BC1E2F37E}" destId="{14426249-873D-47CE-880C-D3C506034871}" srcOrd="1" destOrd="0" presId="urn:microsoft.com/office/officeart/2018/2/layout/IconVerticalSolidList"/>
    <dgm:cxn modelId="{9F05BD9F-2BDC-4D1B-B11D-A0A6083DB0A4}" type="presParOf" srcId="{A663DF76-22DC-4A8A-8141-AD6BC1E2F37E}" destId="{7C658585-E48D-4C28-8702-3B51A19481F9}" srcOrd="2" destOrd="0" presId="urn:microsoft.com/office/officeart/2018/2/layout/IconVerticalSolidList"/>
    <dgm:cxn modelId="{50AF9CE8-09E6-4B5A-AD20-516EED5EF315}" type="presParOf" srcId="{A663DF76-22DC-4A8A-8141-AD6BC1E2F37E}" destId="{2A2CC12B-939E-46FA-8BC2-87A170B3C35D}" srcOrd="3" destOrd="0" presId="urn:microsoft.com/office/officeart/2018/2/layout/IconVerticalSolidList"/>
    <dgm:cxn modelId="{7D637F9F-50D1-48AC-B69A-BA1389235038}" type="presParOf" srcId="{5649BC1A-76CF-4340-B24D-DA7041F08DC2}" destId="{51059C6D-0968-409D-BEED-1BAAA04A39AA}" srcOrd="3" destOrd="0" presId="urn:microsoft.com/office/officeart/2018/2/layout/IconVerticalSolidList"/>
    <dgm:cxn modelId="{82BFC23E-B9E1-4246-8867-44FAC357DA38}" type="presParOf" srcId="{5649BC1A-76CF-4340-B24D-DA7041F08DC2}" destId="{6E66D9E8-E704-482E-93F3-415400456019}" srcOrd="4" destOrd="0" presId="urn:microsoft.com/office/officeart/2018/2/layout/IconVerticalSolidList"/>
    <dgm:cxn modelId="{DB98DEEA-C9BA-4F01-BECD-90EAA3042EB3}" type="presParOf" srcId="{6E66D9E8-E704-482E-93F3-415400456019}" destId="{0C8B16E7-975F-4BD9-AF73-6559B1923421}" srcOrd="0" destOrd="0" presId="urn:microsoft.com/office/officeart/2018/2/layout/IconVerticalSolidList"/>
    <dgm:cxn modelId="{B457EEA6-653C-4600-9696-5A75AB114C1A}" type="presParOf" srcId="{6E66D9E8-E704-482E-93F3-415400456019}" destId="{720C9ACD-8CEE-4071-A0ED-9201D51A49F2}" srcOrd="1" destOrd="0" presId="urn:microsoft.com/office/officeart/2018/2/layout/IconVerticalSolidList"/>
    <dgm:cxn modelId="{81034894-F1C6-427A-A8B7-0E261B1DA7F9}" type="presParOf" srcId="{6E66D9E8-E704-482E-93F3-415400456019}" destId="{D643AA49-1A88-4C74-BA80-677483D25DAF}" srcOrd="2" destOrd="0" presId="urn:microsoft.com/office/officeart/2018/2/layout/IconVerticalSolidList"/>
    <dgm:cxn modelId="{F5BF2381-E095-4528-A7F7-A878BD4EC559}" type="presParOf" srcId="{6E66D9E8-E704-482E-93F3-415400456019}" destId="{8123986B-A7C1-4108-BD21-C21539A73A75}" srcOrd="3" destOrd="0" presId="urn:microsoft.com/office/officeart/2018/2/layout/IconVerticalSolidList"/>
    <dgm:cxn modelId="{754603ED-8ABC-4C03-91BE-AF407EBE8B1E}" type="presParOf" srcId="{5649BC1A-76CF-4340-B24D-DA7041F08DC2}" destId="{5E2B90DD-290D-4340-A312-985EB3F38021}" srcOrd="5" destOrd="0" presId="urn:microsoft.com/office/officeart/2018/2/layout/IconVerticalSolidList"/>
    <dgm:cxn modelId="{BD5945E6-D56C-4BC0-85FD-D639980D9775}" type="presParOf" srcId="{5649BC1A-76CF-4340-B24D-DA7041F08DC2}" destId="{98FD3C89-705A-43E3-9C20-C8B0B30251B7}" srcOrd="6" destOrd="0" presId="urn:microsoft.com/office/officeart/2018/2/layout/IconVerticalSolidList"/>
    <dgm:cxn modelId="{523D43CE-AC94-44CE-ABFC-B627F51F8F38}" type="presParOf" srcId="{98FD3C89-705A-43E3-9C20-C8B0B30251B7}" destId="{53ED6188-1412-4DC8-A296-C8E861381899}" srcOrd="0" destOrd="0" presId="urn:microsoft.com/office/officeart/2018/2/layout/IconVerticalSolidList"/>
    <dgm:cxn modelId="{5E2BE536-FBFB-4DAE-8329-6604E63DC118}" type="presParOf" srcId="{98FD3C89-705A-43E3-9C20-C8B0B30251B7}" destId="{DC3BAE8C-BE34-41A0-93E2-53A1E169010F}" srcOrd="1" destOrd="0" presId="urn:microsoft.com/office/officeart/2018/2/layout/IconVerticalSolidList"/>
    <dgm:cxn modelId="{49DE7B2E-4EE8-494A-8FC4-2620277E3046}" type="presParOf" srcId="{98FD3C89-705A-43E3-9C20-C8B0B30251B7}" destId="{64201B41-2E76-4023-91C0-9F362FEAB845}" srcOrd="2" destOrd="0" presId="urn:microsoft.com/office/officeart/2018/2/layout/IconVerticalSolidList"/>
    <dgm:cxn modelId="{3C4CCB56-4F28-4576-ADB1-DD87C3EAAD56}" type="presParOf" srcId="{98FD3C89-705A-43E3-9C20-C8B0B30251B7}" destId="{9C34188A-D4B1-4A0A-ADC4-963F3BC873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A16A36-931A-4998-80DC-77A3509BAF59}" type="doc">
      <dgm:prSet loTypeId="urn:microsoft.com/office/officeart/2008/layout/LinedList" loCatId="list" qsTypeId="urn:microsoft.com/office/officeart/2005/8/quickstyle/simple1#104" qsCatId="simple" csTypeId="urn:microsoft.com/office/officeart/2005/8/colors/accent1_2#61" csCatId="accent1" phldr="1"/>
      <dgm:spPr/>
      <dgm:t>
        <a:bodyPr/>
        <a:lstStyle/>
        <a:p>
          <a:endParaRPr lang="en-US"/>
        </a:p>
      </dgm:t>
    </dgm:pt>
    <dgm:pt modelId="{89CD5919-3566-49CD-9AC0-D0BDDE2ACB3F}">
      <dgm:prSet/>
      <dgm:spPr/>
      <dgm:t>
        <a:bodyPr/>
        <a:lstStyle/>
        <a:p>
          <a:r>
            <a:rPr lang="en-US" b="1" u="sng">
              <a:latin typeface="Aptos" panose="020B0004020202020204" pitchFamily="34" charset="0"/>
            </a:rPr>
            <a:t>Limitations</a:t>
          </a:r>
          <a:endParaRPr lang="en-US">
            <a:latin typeface="Aptos" panose="020B0004020202020204" pitchFamily="34" charset="0"/>
          </a:endParaRPr>
        </a:p>
      </dgm:t>
    </dgm:pt>
    <dgm:pt modelId="{B96259A2-B9D8-4340-AB20-C62AB114B1B7}" type="parTrans" cxnId="{75475A28-E347-47E8-A966-C172B141E845}">
      <dgm:prSet/>
      <dgm:spPr/>
      <dgm:t>
        <a:bodyPr/>
        <a:lstStyle/>
        <a:p>
          <a:endParaRPr lang="en-US"/>
        </a:p>
      </dgm:t>
    </dgm:pt>
    <dgm:pt modelId="{BC188CB1-D2CA-4744-99E5-C6E251692F1B}" type="sibTrans" cxnId="{75475A28-E347-47E8-A966-C172B141E845}">
      <dgm:prSet/>
      <dgm:spPr/>
      <dgm:t>
        <a:bodyPr/>
        <a:lstStyle/>
        <a:p>
          <a:endParaRPr lang="en-US"/>
        </a:p>
      </dgm:t>
    </dgm:pt>
    <dgm:pt modelId="{07BC2470-EAAA-480C-9A96-F6B8BC4C3692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The dataset is sample data and is not from one specific telecom company.</a:t>
          </a:r>
        </a:p>
      </dgm:t>
    </dgm:pt>
    <dgm:pt modelId="{7E09AFD1-ABC1-4604-8328-3B121DC8F70B}" type="parTrans" cxnId="{D5539F18-8A26-49DF-BB0D-487119264B3D}">
      <dgm:prSet/>
      <dgm:spPr/>
      <dgm:t>
        <a:bodyPr/>
        <a:lstStyle/>
        <a:p>
          <a:endParaRPr lang="en-US"/>
        </a:p>
      </dgm:t>
    </dgm:pt>
    <dgm:pt modelId="{E171FE96-8F46-4921-9C9E-58B52B034B50}" type="sibTrans" cxnId="{D5539F18-8A26-49DF-BB0D-487119264B3D}">
      <dgm:prSet/>
      <dgm:spPr/>
      <dgm:t>
        <a:bodyPr/>
        <a:lstStyle/>
        <a:p>
          <a:endParaRPr lang="en-US"/>
        </a:p>
      </dgm:t>
    </dgm:pt>
    <dgm:pt modelId="{B7CDA7B0-18D7-4F06-9F39-5E84D03B0775}">
      <dgm:prSet/>
      <dgm:spPr/>
      <dgm:t>
        <a:bodyPr/>
        <a:lstStyle/>
        <a:p>
          <a:pPr>
            <a:buNone/>
          </a:pPr>
          <a:r>
            <a:rPr lang="en-US" dirty="0"/>
            <a:t>Some information that may affect churn, such as customer satisfaction and complaints, is not included.</a:t>
          </a:r>
          <a:endParaRPr lang="en-US" dirty="0">
            <a:latin typeface="Aptos" panose="020B0004020202020204" pitchFamily="34" charset="0"/>
          </a:endParaRPr>
        </a:p>
      </dgm:t>
    </dgm:pt>
    <dgm:pt modelId="{BE10AE0C-E48A-407C-BC52-7B7B02B10670}" type="parTrans" cxnId="{24E6854A-9D4E-455F-9349-CC22AFB6F529}">
      <dgm:prSet/>
      <dgm:spPr/>
      <dgm:t>
        <a:bodyPr/>
        <a:lstStyle/>
        <a:p>
          <a:endParaRPr lang="en-US"/>
        </a:p>
      </dgm:t>
    </dgm:pt>
    <dgm:pt modelId="{5D054532-2FE3-4BDC-A308-CB3E7EA29209}" type="sibTrans" cxnId="{24E6854A-9D4E-455F-9349-CC22AFB6F529}">
      <dgm:prSet/>
      <dgm:spPr/>
      <dgm:t>
        <a:bodyPr/>
        <a:lstStyle/>
        <a:p>
          <a:endParaRPr lang="en-US"/>
        </a:p>
      </dgm:t>
    </dgm:pt>
    <dgm:pt modelId="{D33CADCA-499C-4D2E-B7ED-E97A0EA9640A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There are fewer churned customers than non-churned customers in the dataset.</a:t>
          </a:r>
        </a:p>
      </dgm:t>
    </dgm:pt>
    <dgm:pt modelId="{8034F8D5-59AF-4DA0-9742-D691F8967105}" type="parTrans" cxnId="{B8385892-8F80-46AC-B38A-BA3A0AE55B1E}">
      <dgm:prSet/>
      <dgm:spPr/>
      <dgm:t>
        <a:bodyPr/>
        <a:lstStyle/>
        <a:p>
          <a:endParaRPr lang="en-US"/>
        </a:p>
      </dgm:t>
    </dgm:pt>
    <dgm:pt modelId="{65C6EB94-1F24-45DC-A4F8-761B8632A4F6}" type="sibTrans" cxnId="{B8385892-8F80-46AC-B38A-BA3A0AE55B1E}">
      <dgm:prSet/>
      <dgm:spPr/>
      <dgm:t>
        <a:bodyPr/>
        <a:lstStyle/>
        <a:p>
          <a:endParaRPr lang="en-US"/>
        </a:p>
      </dgm:t>
    </dgm:pt>
    <dgm:pt modelId="{BC0BE706-8CEA-42C6-88EC-5EAA74917E4C}">
      <dgm:prSet/>
      <dgm:spPr/>
      <dgm:t>
        <a:bodyPr/>
        <a:lstStyle/>
        <a:p>
          <a:r>
            <a:rPr lang="en-US" b="1" u="sng" dirty="0">
              <a:latin typeface="Aptos" panose="020B0004020202020204" pitchFamily="34" charset="0"/>
            </a:rPr>
            <a:t>Future Work</a:t>
          </a:r>
          <a:endParaRPr lang="en-US" dirty="0">
            <a:latin typeface="Aptos" panose="020B0004020202020204" pitchFamily="34" charset="0"/>
          </a:endParaRPr>
        </a:p>
      </dgm:t>
    </dgm:pt>
    <dgm:pt modelId="{654AB325-8F9E-47E2-BBA7-A1BF5E4A1E14}" type="parTrans" cxnId="{271054F7-D5C7-4E90-8C16-DEE756264D59}">
      <dgm:prSet/>
      <dgm:spPr/>
      <dgm:t>
        <a:bodyPr/>
        <a:lstStyle/>
        <a:p>
          <a:endParaRPr lang="en-US"/>
        </a:p>
      </dgm:t>
    </dgm:pt>
    <dgm:pt modelId="{8AF1034A-618F-4AF5-B9F9-6947891A1D84}" type="sibTrans" cxnId="{271054F7-D5C7-4E90-8C16-DEE756264D59}">
      <dgm:prSet/>
      <dgm:spPr/>
      <dgm:t>
        <a:bodyPr/>
        <a:lstStyle/>
        <a:p>
          <a:endParaRPr lang="en-US"/>
        </a:p>
      </dgm:t>
    </dgm:pt>
    <dgm:pt modelId="{F517282D-D43C-49F9-A027-3CF0E4AB4975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Try other machine learning models and compare the results.</a:t>
          </a:r>
        </a:p>
      </dgm:t>
    </dgm:pt>
    <dgm:pt modelId="{FDB03177-C9B6-446E-BB79-54CDB9697999}" type="parTrans" cxnId="{10018F75-10B2-4095-9A20-FD556399B12A}">
      <dgm:prSet/>
      <dgm:spPr/>
      <dgm:t>
        <a:bodyPr/>
        <a:lstStyle/>
        <a:p>
          <a:endParaRPr lang="en-US"/>
        </a:p>
      </dgm:t>
    </dgm:pt>
    <dgm:pt modelId="{11FB4060-6DBC-46D7-B31D-58F3B54FA99E}" type="sibTrans" cxnId="{10018F75-10B2-4095-9A20-FD556399B12A}">
      <dgm:prSet/>
      <dgm:spPr/>
      <dgm:t>
        <a:bodyPr/>
        <a:lstStyle/>
        <a:p>
          <a:endParaRPr lang="en-US"/>
        </a:p>
      </dgm:t>
    </dgm:pt>
    <dgm:pt modelId="{4229CC7B-B9F9-46FD-A467-B219929B20CF}">
      <dgm:prSet/>
      <dgm:spPr/>
      <dgm:t>
        <a:bodyPr/>
        <a:lstStyle/>
        <a:p>
          <a:r>
            <a:rPr lang="en-US">
              <a:latin typeface="Aptos" panose="020B0004020202020204" pitchFamily="34" charset="0"/>
            </a:rPr>
            <a:t>Look at other ways to improve the model and handle the difference between churn and non-churn groups.</a:t>
          </a:r>
        </a:p>
      </dgm:t>
    </dgm:pt>
    <dgm:pt modelId="{51880B4D-510C-446A-ABE6-26A246C25A76}" type="parTrans" cxnId="{A13E47AC-F12F-4043-A1A4-C8F80333840A}">
      <dgm:prSet/>
      <dgm:spPr/>
      <dgm:t>
        <a:bodyPr/>
        <a:lstStyle/>
        <a:p>
          <a:endParaRPr lang="en-US"/>
        </a:p>
      </dgm:t>
    </dgm:pt>
    <dgm:pt modelId="{2FB225C0-5510-47FE-A37D-2ADD838ABEDF}" type="sibTrans" cxnId="{A13E47AC-F12F-4043-A1A4-C8F80333840A}">
      <dgm:prSet/>
      <dgm:spPr/>
      <dgm:t>
        <a:bodyPr/>
        <a:lstStyle/>
        <a:p>
          <a:endParaRPr lang="en-US"/>
        </a:p>
      </dgm:t>
    </dgm:pt>
    <dgm:pt modelId="{F40C2303-BBD3-401F-976A-522DC4EC06DE}">
      <dgm:prSet/>
      <dgm:spPr/>
      <dgm:t>
        <a:bodyPr/>
        <a:lstStyle/>
        <a:p>
          <a:r>
            <a:rPr lang="en-US">
              <a:latin typeface="Aptos" panose="020B0004020202020204" pitchFamily="34" charset="0"/>
            </a:rPr>
            <a:t>Test the model with newer data or actual customer data from a telecom company.</a:t>
          </a:r>
        </a:p>
      </dgm:t>
    </dgm:pt>
    <dgm:pt modelId="{A6937F65-5E70-4BE3-92AE-A5E8CB7673E2}" type="parTrans" cxnId="{E75F67D1-B598-4F9C-BF03-FB44C3789394}">
      <dgm:prSet/>
      <dgm:spPr/>
      <dgm:t>
        <a:bodyPr/>
        <a:lstStyle/>
        <a:p>
          <a:endParaRPr lang="en-US"/>
        </a:p>
      </dgm:t>
    </dgm:pt>
    <dgm:pt modelId="{E3C4857D-C97A-4F5D-BC6E-6A44D31C6F24}" type="sibTrans" cxnId="{E75F67D1-B598-4F9C-BF03-FB44C3789394}">
      <dgm:prSet/>
      <dgm:spPr/>
      <dgm:t>
        <a:bodyPr/>
        <a:lstStyle/>
        <a:p>
          <a:endParaRPr lang="en-US"/>
        </a:p>
      </dgm:t>
    </dgm:pt>
    <dgm:pt modelId="{E680607A-5E1E-4A4C-8052-9E48B2DA0751}" type="pres">
      <dgm:prSet presAssocID="{08A16A36-931A-4998-80DC-77A3509BAF59}" presName="vert0" presStyleCnt="0">
        <dgm:presLayoutVars>
          <dgm:dir/>
          <dgm:animOne val="branch"/>
          <dgm:animLvl val="lvl"/>
        </dgm:presLayoutVars>
      </dgm:prSet>
      <dgm:spPr/>
    </dgm:pt>
    <dgm:pt modelId="{FE520458-1D36-9A4E-9F40-F5455313C9B9}" type="pres">
      <dgm:prSet presAssocID="{89CD5919-3566-49CD-9AC0-D0BDDE2ACB3F}" presName="thickLine" presStyleLbl="alignNode1" presStyleIdx="0" presStyleCnt="2"/>
      <dgm:spPr/>
    </dgm:pt>
    <dgm:pt modelId="{4B570094-CBB2-BE4B-BEB3-7B4DCE093055}" type="pres">
      <dgm:prSet presAssocID="{89CD5919-3566-49CD-9AC0-D0BDDE2ACB3F}" presName="horz1" presStyleCnt="0"/>
      <dgm:spPr/>
    </dgm:pt>
    <dgm:pt modelId="{2BF60EFB-4334-2047-9287-6F2785D8D8A2}" type="pres">
      <dgm:prSet presAssocID="{89CD5919-3566-49CD-9AC0-D0BDDE2ACB3F}" presName="tx1" presStyleLbl="revTx" presStyleIdx="0" presStyleCnt="8"/>
      <dgm:spPr/>
    </dgm:pt>
    <dgm:pt modelId="{47733A0F-9E4B-6648-B319-384846CFE424}" type="pres">
      <dgm:prSet presAssocID="{89CD5919-3566-49CD-9AC0-D0BDDE2ACB3F}" presName="vert1" presStyleCnt="0"/>
      <dgm:spPr/>
    </dgm:pt>
    <dgm:pt modelId="{64071604-66C3-6047-9107-FE3E7CF6ACB1}" type="pres">
      <dgm:prSet presAssocID="{07BC2470-EAAA-480C-9A96-F6B8BC4C3692}" presName="vertSpace2a" presStyleCnt="0"/>
      <dgm:spPr/>
    </dgm:pt>
    <dgm:pt modelId="{738D37A0-E978-6C42-A610-EFB391CE09E5}" type="pres">
      <dgm:prSet presAssocID="{07BC2470-EAAA-480C-9A96-F6B8BC4C3692}" presName="horz2" presStyleCnt="0"/>
      <dgm:spPr/>
    </dgm:pt>
    <dgm:pt modelId="{EF42C3A8-2817-3B4A-BE16-3E61A03EC032}" type="pres">
      <dgm:prSet presAssocID="{07BC2470-EAAA-480C-9A96-F6B8BC4C3692}" presName="horzSpace2" presStyleCnt="0"/>
      <dgm:spPr/>
    </dgm:pt>
    <dgm:pt modelId="{9260CC4D-703F-B94E-B749-1F61040D8740}" type="pres">
      <dgm:prSet presAssocID="{07BC2470-EAAA-480C-9A96-F6B8BC4C3692}" presName="tx2" presStyleLbl="revTx" presStyleIdx="1" presStyleCnt="8"/>
      <dgm:spPr/>
    </dgm:pt>
    <dgm:pt modelId="{77CAA447-AF95-C84A-98AF-07402464F43E}" type="pres">
      <dgm:prSet presAssocID="{07BC2470-EAAA-480C-9A96-F6B8BC4C3692}" presName="vert2" presStyleCnt="0"/>
      <dgm:spPr/>
    </dgm:pt>
    <dgm:pt modelId="{62174735-56B4-FF47-B134-DF653026CBB9}" type="pres">
      <dgm:prSet presAssocID="{07BC2470-EAAA-480C-9A96-F6B8BC4C3692}" presName="thinLine2b" presStyleLbl="callout" presStyleIdx="0" presStyleCnt="6"/>
      <dgm:spPr/>
    </dgm:pt>
    <dgm:pt modelId="{797CFB8A-ED67-C241-94BF-696E030CC918}" type="pres">
      <dgm:prSet presAssocID="{07BC2470-EAAA-480C-9A96-F6B8BC4C3692}" presName="vertSpace2b" presStyleCnt="0"/>
      <dgm:spPr/>
    </dgm:pt>
    <dgm:pt modelId="{06A243DA-0895-6441-B562-6C6854055F82}" type="pres">
      <dgm:prSet presAssocID="{B7CDA7B0-18D7-4F06-9F39-5E84D03B0775}" presName="horz2" presStyleCnt="0"/>
      <dgm:spPr/>
    </dgm:pt>
    <dgm:pt modelId="{F29AD459-10D0-7943-9D3F-0FBF47235ED5}" type="pres">
      <dgm:prSet presAssocID="{B7CDA7B0-18D7-4F06-9F39-5E84D03B0775}" presName="horzSpace2" presStyleCnt="0"/>
      <dgm:spPr/>
    </dgm:pt>
    <dgm:pt modelId="{907AC917-9F0F-944F-BCE8-4211CEAB1ED2}" type="pres">
      <dgm:prSet presAssocID="{B7CDA7B0-18D7-4F06-9F39-5E84D03B0775}" presName="tx2" presStyleLbl="revTx" presStyleIdx="2" presStyleCnt="8"/>
      <dgm:spPr/>
    </dgm:pt>
    <dgm:pt modelId="{6378130B-013A-EF47-A587-CD7D5C252C98}" type="pres">
      <dgm:prSet presAssocID="{B7CDA7B0-18D7-4F06-9F39-5E84D03B0775}" presName="vert2" presStyleCnt="0"/>
      <dgm:spPr/>
    </dgm:pt>
    <dgm:pt modelId="{9B728710-76E2-4040-929C-5E0C9E9588BE}" type="pres">
      <dgm:prSet presAssocID="{B7CDA7B0-18D7-4F06-9F39-5E84D03B0775}" presName="thinLine2b" presStyleLbl="callout" presStyleIdx="1" presStyleCnt="6"/>
      <dgm:spPr/>
    </dgm:pt>
    <dgm:pt modelId="{17A0F224-2BAF-C94C-ACE9-23F5840441EC}" type="pres">
      <dgm:prSet presAssocID="{B7CDA7B0-18D7-4F06-9F39-5E84D03B0775}" presName="vertSpace2b" presStyleCnt="0"/>
      <dgm:spPr/>
    </dgm:pt>
    <dgm:pt modelId="{982C39BB-ECBC-2E44-ACA1-F8FAC72E391C}" type="pres">
      <dgm:prSet presAssocID="{D33CADCA-499C-4D2E-B7ED-E97A0EA9640A}" presName="horz2" presStyleCnt="0"/>
      <dgm:spPr/>
    </dgm:pt>
    <dgm:pt modelId="{03375ED8-747D-7B44-8F05-A243C0172AE4}" type="pres">
      <dgm:prSet presAssocID="{D33CADCA-499C-4D2E-B7ED-E97A0EA9640A}" presName="horzSpace2" presStyleCnt="0"/>
      <dgm:spPr/>
    </dgm:pt>
    <dgm:pt modelId="{2C56AE78-F456-2D48-A9F6-70F1A105AEAB}" type="pres">
      <dgm:prSet presAssocID="{D33CADCA-499C-4D2E-B7ED-E97A0EA9640A}" presName="tx2" presStyleLbl="revTx" presStyleIdx="3" presStyleCnt="8"/>
      <dgm:spPr/>
    </dgm:pt>
    <dgm:pt modelId="{E724564C-BC57-B248-9AF0-59D2D301809D}" type="pres">
      <dgm:prSet presAssocID="{D33CADCA-499C-4D2E-B7ED-E97A0EA9640A}" presName="vert2" presStyleCnt="0"/>
      <dgm:spPr/>
    </dgm:pt>
    <dgm:pt modelId="{072626B4-30D9-AA4F-A628-275D24462766}" type="pres">
      <dgm:prSet presAssocID="{D33CADCA-499C-4D2E-B7ED-E97A0EA9640A}" presName="thinLine2b" presStyleLbl="callout" presStyleIdx="2" presStyleCnt="6"/>
      <dgm:spPr/>
    </dgm:pt>
    <dgm:pt modelId="{55D69D9F-47D3-9C43-9DF6-EC4F6901A4E9}" type="pres">
      <dgm:prSet presAssocID="{D33CADCA-499C-4D2E-B7ED-E97A0EA9640A}" presName="vertSpace2b" presStyleCnt="0"/>
      <dgm:spPr/>
    </dgm:pt>
    <dgm:pt modelId="{583E288E-5F04-8E4C-89D9-9361E98D0FAE}" type="pres">
      <dgm:prSet presAssocID="{BC0BE706-8CEA-42C6-88EC-5EAA74917E4C}" presName="thickLine" presStyleLbl="alignNode1" presStyleIdx="1" presStyleCnt="2"/>
      <dgm:spPr/>
    </dgm:pt>
    <dgm:pt modelId="{59474AFF-C71A-3149-ACAA-9E5FF9E65CDA}" type="pres">
      <dgm:prSet presAssocID="{BC0BE706-8CEA-42C6-88EC-5EAA74917E4C}" presName="horz1" presStyleCnt="0"/>
      <dgm:spPr/>
    </dgm:pt>
    <dgm:pt modelId="{5C011C5F-11C1-8541-BEC0-08FF517F2B15}" type="pres">
      <dgm:prSet presAssocID="{BC0BE706-8CEA-42C6-88EC-5EAA74917E4C}" presName="tx1" presStyleLbl="revTx" presStyleIdx="4" presStyleCnt="8"/>
      <dgm:spPr/>
    </dgm:pt>
    <dgm:pt modelId="{3B19843A-4BBE-3E45-AEBE-B289E7B77C9A}" type="pres">
      <dgm:prSet presAssocID="{BC0BE706-8CEA-42C6-88EC-5EAA74917E4C}" presName="vert1" presStyleCnt="0"/>
      <dgm:spPr/>
    </dgm:pt>
    <dgm:pt modelId="{81375410-D0D9-5C4E-84B6-114B20D1EA19}" type="pres">
      <dgm:prSet presAssocID="{F517282D-D43C-49F9-A027-3CF0E4AB4975}" presName="vertSpace2a" presStyleCnt="0"/>
      <dgm:spPr/>
    </dgm:pt>
    <dgm:pt modelId="{26E0FF24-9D19-FC4F-B011-97C341C3E6EA}" type="pres">
      <dgm:prSet presAssocID="{F517282D-D43C-49F9-A027-3CF0E4AB4975}" presName="horz2" presStyleCnt="0"/>
      <dgm:spPr/>
    </dgm:pt>
    <dgm:pt modelId="{C3EE84F1-793B-FC4D-B044-79D9AFBA0F4B}" type="pres">
      <dgm:prSet presAssocID="{F517282D-D43C-49F9-A027-3CF0E4AB4975}" presName="horzSpace2" presStyleCnt="0"/>
      <dgm:spPr/>
    </dgm:pt>
    <dgm:pt modelId="{E73012BA-FB60-4945-970F-2E9F6288895E}" type="pres">
      <dgm:prSet presAssocID="{F517282D-D43C-49F9-A027-3CF0E4AB4975}" presName="tx2" presStyleLbl="revTx" presStyleIdx="5" presStyleCnt="8"/>
      <dgm:spPr/>
    </dgm:pt>
    <dgm:pt modelId="{C8B568A4-B114-6C4F-8541-F8170E6B71DC}" type="pres">
      <dgm:prSet presAssocID="{F517282D-D43C-49F9-A027-3CF0E4AB4975}" presName="vert2" presStyleCnt="0"/>
      <dgm:spPr/>
    </dgm:pt>
    <dgm:pt modelId="{D179B3BC-C864-1847-8EE6-A7539B12D34C}" type="pres">
      <dgm:prSet presAssocID="{F517282D-D43C-49F9-A027-3CF0E4AB4975}" presName="thinLine2b" presStyleLbl="callout" presStyleIdx="3" presStyleCnt="6"/>
      <dgm:spPr/>
    </dgm:pt>
    <dgm:pt modelId="{C8828612-7E33-AD47-9AFC-158BA188E9A5}" type="pres">
      <dgm:prSet presAssocID="{F517282D-D43C-49F9-A027-3CF0E4AB4975}" presName="vertSpace2b" presStyleCnt="0"/>
      <dgm:spPr/>
    </dgm:pt>
    <dgm:pt modelId="{B237D7CB-4E46-E749-A9F8-68B78D9A86E1}" type="pres">
      <dgm:prSet presAssocID="{4229CC7B-B9F9-46FD-A467-B219929B20CF}" presName="horz2" presStyleCnt="0"/>
      <dgm:spPr/>
    </dgm:pt>
    <dgm:pt modelId="{1360474D-6552-B145-B7A3-F0A2CA909563}" type="pres">
      <dgm:prSet presAssocID="{4229CC7B-B9F9-46FD-A467-B219929B20CF}" presName="horzSpace2" presStyleCnt="0"/>
      <dgm:spPr/>
    </dgm:pt>
    <dgm:pt modelId="{344D6CA0-EFEB-0940-A745-01466DCC0915}" type="pres">
      <dgm:prSet presAssocID="{4229CC7B-B9F9-46FD-A467-B219929B20CF}" presName="tx2" presStyleLbl="revTx" presStyleIdx="6" presStyleCnt="8"/>
      <dgm:spPr/>
    </dgm:pt>
    <dgm:pt modelId="{8BB5F746-0DFA-294C-9BC9-64074331E503}" type="pres">
      <dgm:prSet presAssocID="{4229CC7B-B9F9-46FD-A467-B219929B20CF}" presName="vert2" presStyleCnt="0"/>
      <dgm:spPr/>
    </dgm:pt>
    <dgm:pt modelId="{2F2DB3C8-2086-0A4F-A5A5-1D7B842674A1}" type="pres">
      <dgm:prSet presAssocID="{4229CC7B-B9F9-46FD-A467-B219929B20CF}" presName="thinLine2b" presStyleLbl="callout" presStyleIdx="4" presStyleCnt="6"/>
      <dgm:spPr/>
    </dgm:pt>
    <dgm:pt modelId="{03BE1D06-9995-FF43-AB55-46E7ABF6E30A}" type="pres">
      <dgm:prSet presAssocID="{4229CC7B-B9F9-46FD-A467-B219929B20CF}" presName="vertSpace2b" presStyleCnt="0"/>
      <dgm:spPr/>
    </dgm:pt>
    <dgm:pt modelId="{A080F2E1-AD1C-894C-8B00-DEEE3D00AB3D}" type="pres">
      <dgm:prSet presAssocID="{F40C2303-BBD3-401F-976A-522DC4EC06DE}" presName="horz2" presStyleCnt="0"/>
      <dgm:spPr/>
    </dgm:pt>
    <dgm:pt modelId="{A4623EE0-4E2F-8144-A0BD-CEC088961D3D}" type="pres">
      <dgm:prSet presAssocID="{F40C2303-BBD3-401F-976A-522DC4EC06DE}" presName="horzSpace2" presStyleCnt="0"/>
      <dgm:spPr/>
    </dgm:pt>
    <dgm:pt modelId="{823ADE50-CF5A-3846-933A-084243398AC2}" type="pres">
      <dgm:prSet presAssocID="{F40C2303-BBD3-401F-976A-522DC4EC06DE}" presName="tx2" presStyleLbl="revTx" presStyleIdx="7" presStyleCnt="8"/>
      <dgm:spPr/>
    </dgm:pt>
    <dgm:pt modelId="{DB42A957-B37E-6E47-9068-766626BE8F53}" type="pres">
      <dgm:prSet presAssocID="{F40C2303-BBD3-401F-976A-522DC4EC06DE}" presName="vert2" presStyleCnt="0"/>
      <dgm:spPr/>
    </dgm:pt>
    <dgm:pt modelId="{DFF5B288-798B-0C4E-A1EA-AF7ED6F7855E}" type="pres">
      <dgm:prSet presAssocID="{F40C2303-BBD3-401F-976A-522DC4EC06DE}" presName="thinLine2b" presStyleLbl="callout" presStyleIdx="5" presStyleCnt="6"/>
      <dgm:spPr/>
    </dgm:pt>
    <dgm:pt modelId="{B8BC95F6-F938-0546-B539-7AF9324ADA11}" type="pres">
      <dgm:prSet presAssocID="{F40C2303-BBD3-401F-976A-522DC4EC06DE}" presName="vertSpace2b" presStyleCnt="0"/>
      <dgm:spPr/>
    </dgm:pt>
  </dgm:ptLst>
  <dgm:cxnLst>
    <dgm:cxn modelId="{D5539F18-8A26-49DF-BB0D-487119264B3D}" srcId="{89CD5919-3566-49CD-9AC0-D0BDDE2ACB3F}" destId="{07BC2470-EAAA-480C-9A96-F6B8BC4C3692}" srcOrd="0" destOrd="0" parTransId="{7E09AFD1-ABC1-4604-8328-3B121DC8F70B}" sibTransId="{E171FE96-8F46-4921-9C9E-58B52B034B50}"/>
    <dgm:cxn modelId="{75475A28-E347-47E8-A966-C172B141E845}" srcId="{08A16A36-931A-4998-80DC-77A3509BAF59}" destId="{89CD5919-3566-49CD-9AC0-D0BDDE2ACB3F}" srcOrd="0" destOrd="0" parTransId="{B96259A2-B9D8-4340-AB20-C62AB114B1B7}" sibTransId="{BC188CB1-D2CA-4744-99E5-C6E251692F1B}"/>
    <dgm:cxn modelId="{F194F72B-90FB-2348-9940-C4413E074025}" type="presOf" srcId="{F40C2303-BBD3-401F-976A-522DC4EC06DE}" destId="{823ADE50-CF5A-3846-933A-084243398AC2}" srcOrd="0" destOrd="0" presId="urn:microsoft.com/office/officeart/2008/layout/LinedList"/>
    <dgm:cxn modelId="{24E6854A-9D4E-455F-9349-CC22AFB6F529}" srcId="{89CD5919-3566-49CD-9AC0-D0BDDE2ACB3F}" destId="{B7CDA7B0-18D7-4F06-9F39-5E84D03B0775}" srcOrd="1" destOrd="0" parTransId="{BE10AE0C-E48A-407C-BC52-7B7B02B10670}" sibTransId="{5D054532-2FE3-4BDC-A308-CB3E7EA29209}"/>
    <dgm:cxn modelId="{31B1EC6D-603F-D349-A858-AC72B9630EE7}" type="presOf" srcId="{08A16A36-931A-4998-80DC-77A3509BAF59}" destId="{E680607A-5E1E-4A4C-8052-9E48B2DA0751}" srcOrd="0" destOrd="0" presId="urn:microsoft.com/office/officeart/2008/layout/LinedList"/>
    <dgm:cxn modelId="{10018F75-10B2-4095-9A20-FD556399B12A}" srcId="{BC0BE706-8CEA-42C6-88EC-5EAA74917E4C}" destId="{F517282D-D43C-49F9-A027-3CF0E4AB4975}" srcOrd="0" destOrd="0" parTransId="{FDB03177-C9B6-446E-BB79-54CDB9697999}" sibTransId="{11FB4060-6DBC-46D7-B31D-58F3B54FA99E}"/>
    <dgm:cxn modelId="{4FB4337A-7493-734E-870A-E835E23FFC17}" type="presOf" srcId="{B7CDA7B0-18D7-4F06-9F39-5E84D03B0775}" destId="{907AC917-9F0F-944F-BCE8-4211CEAB1ED2}" srcOrd="0" destOrd="0" presId="urn:microsoft.com/office/officeart/2008/layout/LinedList"/>
    <dgm:cxn modelId="{4F3FBE81-417B-F14E-A354-1833B621F2E4}" type="presOf" srcId="{89CD5919-3566-49CD-9AC0-D0BDDE2ACB3F}" destId="{2BF60EFB-4334-2047-9287-6F2785D8D8A2}" srcOrd="0" destOrd="0" presId="urn:microsoft.com/office/officeart/2008/layout/LinedList"/>
    <dgm:cxn modelId="{EEEFA787-F7C4-094C-A1FD-8CD217D422EB}" type="presOf" srcId="{D33CADCA-499C-4D2E-B7ED-E97A0EA9640A}" destId="{2C56AE78-F456-2D48-A9F6-70F1A105AEAB}" srcOrd="0" destOrd="0" presId="urn:microsoft.com/office/officeart/2008/layout/LinedList"/>
    <dgm:cxn modelId="{9A88128B-3012-1F4E-B53E-B64CB6138580}" type="presOf" srcId="{07BC2470-EAAA-480C-9A96-F6B8BC4C3692}" destId="{9260CC4D-703F-B94E-B749-1F61040D8740}" srcOrd="0" destOrd="0" presId="urn:microsoft.com/office/officeart/2008/layout/LinedList"/>
    <dgm:cxn modelId="{B8385892-8F80-46AC-B38A-BA3A0AE55B1E}" srcId="{89CD5919-3566-49CD-9AC0-D0BDDE2ACB3F}" destId="{D33CADCA-499C-4D2E-B7ED-E97A0EA9640A}" srcOrd="2" destOrd="0" parTransId="{8034F8D5-59AF-4DA0-9742-D691F8967105}" sibTransId="{65C6EB94-1F24-45DC-A4F8-761B8632A4F6}"/>
    <dgm:cxn modelId="{A13E47AC-F12F-4043-A1A4-C8F80333840A}" srcId="{BC0BE706-8CEA-42C6-88EC-5EAA74917E4C}" destId="{4229CC7B-B9F9-46FD-A467-B219929B20CF}" srcOrd="1" destOrd="0" parTransId="{51880B4D-510C-446A-ABE6-26A246C25A76}" sibTransId="{2FB225C0-5510-47FE-A37D-2ADD838ABEDF}"/>
    <dgm:cxn modelId="{E75F67D1-B598-4F9C-BF03-FB44C3789394}" srcId="{BC0BE706-8CEA-42C6-88EC-5EAA74917E4C}" destId="{F40C2303-BBD3-401F-976A-522DC4EC06DE}" srcOrd="2" destOrd="0" parTransId="{A6937F65-5E70-4BE3-92AE-A5E8CB7673E2}" sibTransId="{E3C4857D-C97A-4F5D-BC6E-6A44D31C6F24}"/>
    <dgm:cxn modelId="{D5D748D9-3DC5-2443-AB34-4B1DD0258E52}" type="presOf" srcId="{BC0BE706-8CEA-42C6-88EC-5EAA74917E4C}" destId="{5C011C5F-11C1-8541-BEC0-08FF517F2B15}" srcOrd="0" destOrd="0" presId="urn:microsoft.com/office/officeart/2008/layout/LinedList"/>
    <dgm:cxn modelId="{CD29EDE0-2201-B04B-82D1-DB92F98F673B}" type="presOf" srcId="{4229CC7B-B9F9-46FD-A467-B219929B20CF}" destId="{344D6CA0-EFEB-0940-A745-01466DCC0915}" srcOrd="0" destOrd="0" presId="urn:microsoft.com/office/officeart/2008/layout/LinedList"/>
    <dgm:cxn modelId="{159E93EE-AB11-4145-AD26-8E1580C4A1D8}" type="presOf" srcId="{F517282D-D43C-49F9-A027-3CF0E4AB4975}" destId="{E73012BA-FB60-4945-970F-2E9F6288895E}" srcOrd="0" destOrd="0" presId="urn:microsoft.com/office/officeart/2008/layout/LinedList"/>
    <dgm:cxn modelId="{271054F7-D5C7-4E90-8C16-DEE756264D59}" srcId="{08A16A36-931A-4998-80DC-77A3509BAF59}" destId="{BC0BE706-8CEA-42C6-88EC-5EAA74917E4C}" srcOrd="1" destOrd="0" parTransId="{654AB325-8F9E-47E2-BBA7-A1BF5E4A1E14}" sibTransId="{8AF1034A-618F-4AF5-B9F9-6947891A1D84}"/>
    <dgm:cxn modelId="{D3767F28-6D5A-9A49-9A8C-9E3330BE47D7}" type="presParOf" srcId="{E680607A-5E1E-4A4C-8052-9E48B2DA0751}" destId="{FE520458-1D36-9A4E-9F40-F5455313C9B9}" srcOrd="0" destOrd="0" presId="urn:microsoft.com/office/officeart/2008/layout/LinedList"/>
    <dgm:cxn modelId="{8D012945-9552-A044-B152-11B815C7C5FE}" type="presParOf" srcId="{E680607A-5E1E-4A4C-8052-9E48B2DA0751}" destId="{4B570094-CBB2-BE4B-BEB3-7B4DCE093055}" srcOrd="1" destOrd="0" presId="urn:microsoft.com/office/officeart/2008/layout/LinedList"/>
    <dgm:cxn modelId="{588FBE06-F86B-FA44-90B1-1CFCE3CA58D4}" type="presParOf" srcId="{4B570094-CBB2-BE4B-BEB3-7B4DCE093055}" destId="{2BF60EFB-4334-2047-9287-6F2785D8D8A2}" srcOrd="0" destOrd="0" presId="urn:microsoft.com/office/officeart/2008/layout/LinedList"/>
    <dgm:cxn modelId="{7B77AC98-C594-B444-8D90-BFCE109E9AA9}" type="presParOf" srcId="{4B570094-CBB2-BE4B-BEB3-7B4DCE093055}" destId="{47733A0F-9E4B-6648-B319-384846CFE424}" srcOrd="1" destOrd="0" presId="urn:microsoft.com/office/officeart/2008/layout/LinedList"/>
    <dgm:cxn modelId="{DE6AB18D-5BF7-F647-B065-9652D18FC2E8}" type="presParOf" srcId="{47733A0F-9E4B-6648-B319-384846CFE424}" destId="{64071604-66C3-6047-9107-FE3E7CF6ACB1}" srcOrd="0" destOrd="0" presId="urn:microsoft.com/office/officeart/2008/layout/LinedList"/>
    <dgm:cxn modelId="{6D549C5C-E906-1A4B-9945-B5890AD543F8}" type="presParOf" srcId="{47733A0F-9E4B-6648-B319-384846CFE424}" destId="{738D37A0-E978-6C42-A610-EFB391CE09E5}" srcOrd="1" destOrd="0" presId="urn:microsoft.com/office/officeart/2008/layout/LinedList"/>
    <dgm:cxn modelId="{17678F75-6C98-EC4A-8A1D-430141CAADFD}" type="presParOf" srcId="{738D37A0-E978-6C42-A610-EFB391CE09E5}" destId="{EF42C3A8-2817-3B4A-BE16-3E61A03EC032}" srcOrd="0" destOrd="0" presId="urn:microsoft.com/office/officeart/2008/layout/LinedList"/>
    <dgm:cxn modelId="{2B56A0D3-D929-D34A-8774-05347746E6C7}" type="presParOf" srcId="{738D37A0-E978-6C42-A610-EFB391CE09E5}" destId="{9260CC4D-703F-B94E-B749-1F61040D8740}" srcOrd="1" destOrd="0" presId="urn:microsoft.com/office/officeart/2008/layout/LinedList"/>
    <dgm:cxn modelId="{E7CDC448-9C9D-F94E-9FDB-F965A16DBEFC}" type="presParOf" srcId="{738D37A0-E978-6C42-A610-EFB391CE09E5}" destId="{77CAA447-AF95-C84A-98AF-07402464F43E}" srcOrd="2" destOrd="0" presId="urn:microsoft.com/office/officeart/2008/layout/LinedList"/>
    <dgm:cxn modelId="{5069A8C0-08DA-DB40-9385-BAED71965EF3}" type="presParOf" srcId="{47733A0F-9E4B-6648-B319-384846CFE424}" destId="{62174735-56B4-FF47-B134-DF653026CBB9}" srcOrd="2" destOrd="0" presId="urn:microsoft.com/office/officeart/2008/layout/LinedList"/>
    <dgm:cxn modelId="{BAA32D3C-ED31-C14E-BE6C-EA2379EB9764}" type="presParOf" srcId="{47733A0F-9E4B-6648-B319-384846CFE424}" destId="{797CFB8A-ED67-C241-94BF-696E030CC918}" srcOrd="3" destOrd="0" presId="urn:microsoft.com/office/officeart/2008/layout/LinedList"/>
    <dgm:cxn modelId="{C7D7F5C8-321E-154A-9D13-AD5EF358B7F7}" type="presParOf" srcId="{47733A0F-9E4B-6648-B319-384846CFE424}" destId="{06A243DA-0895-6441-B562-6C6854055F82}" srcOrd="4" destOrd="0" presId="urn:microsoft.com/office/officeart/2008/layout/LinedList"/>
    <dgm:cxn modelId="{2B4C218D-E412-0E46-91FF-8AACE1DDF373}" type="presParOf" srcId="{06A243DA-0895-6441-B562-6C6854055F82}" destId="{F29AD459-10D0-7943-9D3F-0FBF47235ED5}" srcOrd="0" destOrd="0" presId="urn:microsoft.com/office/officeart/2008/layout/LinedList"/>
    <dgm:cxn modelId="{BC8A3EF9-AD90-3F47-BC44-A51A095915CE}" type="presParOf" srcId="{06A243DA-0895-6441-B562-6C6854055F82}" destId="{907AC917-9F0F-944F-BCE8-4211CEAB1ED2}" srcOrd="1" destOrd="0" presId="urn:microsoft.com/office/officeart/2008/layout/LinedList"/>
    <dgm:cxn modelId="{06AC50B7-B701-1246-9DB7-943B9D6CB968}" type="presParOf" srcId="{06A243DA-0895-6441-B562-6C6854055F82}" destId="{6378130B-013A-EF47-A587-CD7D5C252C98}" srcOrd="2" destOrd="0" presId="urn:microsoft.com/office/officeart/2008/layout/LinedList"/>
    <dgm:cxn modelId="{C1FCA3FF-DAA4-204B-A81F-02AF469C828F}" type="presParOf" srcId="{47733A0F-9E4B-6648-B319-384846CFE424}" destId="{9B728710-76E2-4040-929C-5E0C9E9588BE}" srcOrd="5" destOrd="0" presId="urn:microsoft.com/office/officeart/2008/layout/LinedList"/>
    <dgm:cxn modelId="{48DFF587-2375-354B-BBC6-4423D73EF9AF}" type="presParOf" srcId="{47733A0F-9E4B-6648-B319-384846CFE424}" destId="{17A0F224-2BAF-C94C-ACE9-23F5840441EC}" srcOrd="6" destOrd="0" presId="urn:microsoft.com/office/officeart/2008/layout/LinedList"/>
    <dgm:cxn modelId="{6DE0A196-3E0B-FE47-A898-665BFB27841D}" type="presParOf" srcId="{47733A0F-9E4B-6648-B319-384846CFE424}" destId="{982C39BB-ECBC-2E44-ACA1-F8FAC72E391C}" srcOrd="7" destOrd="0" presId="urn:microsoft.com/office/officeart/2008/layout/LinedList"/>
    <dgm:cxn modelId="{0D9E8978-5F56-E94F-B0BE-36DC528AFB19}" type="presParOf" srcId="{982C39BB-ECBC-2E44-ACA1-F8FAC72E391C}" destId="{03375ED8-747D-7B44-8F05-A243C0172AE4}" srcOrd="0" destOrd="0" presId="urn:microsoft.com/office/officeart/2008/layout/LinedList"/>
    <dgm:cxn modelId="{C810D798-CEF7-C947-9A4D-8E72FB020D35}" type="presParOf" srcId="{982C39BB-ECBC-2E44-ACA1-F8FAC72E391C}" destId="{2C56AE78-F456-2D48-A9F6-70F1A105AEAB}" srcOrd="1" destOrd="0" presId="urn:microsoft.com/office/officeart/2008/layout/LinedList"/>
    <dgm:cxn modelId="{1A8D336D-AEC8-254D-BCCB-0C052FBD8DFC}" type="presParOf" srcId="{982C39BB-ECBC-2E44-ACA1-F8FAC72E391C}" destId="{E724564C-BC57-B248-9AF0-59D2D301809D}" srcOrd="2" destOrd="0" presId="urn:microsoft.com/office/officeart/2008/layout/LinedList"/>
    <dgm:cxn modelId="{C2B1F075-5D6E-D34C-9BE3-ED0CA90B5ECD}" type="presParOf" srcId="{47733A0F-9E4B-6648-B319-384846CFE424}" destId="{072626B4-30D9-AA4F-A628-275D24462766}" srcOrd="8" destOrd="0" presId="urn:microsoft.com/office/officeart/2008/layout/LinedList"/>
    <dgm:cxn modelId="{C7C880EC-0C34-604D-A0A9-A2ABF8DE7912}" type="presParOf" srcId="{47733A0F-9E4B-6648-B319-384846CFE424}" destId="{55D69D9F-47D3-9C43-9DF6-EC4F6901A4E9}" srcOrd="9" destOrd="0" presId="urn:microsoft.com/office/officeart/2008/layout/LinedList"/>
    <dgm:cxn modelId="{1B7CB112-CCA0-F446-8DF5-A4C19FC4CF21}" type="presParOf" srcId="{E680607A-5E1E-4A4C-8052-9E48B2DA0751}" destId="{583E288E-5F04-8E4C-89D9-9361E98D0FAE}" srcOrd="2" destOrd="0" presId="urn:microsoft.com/office/officeart/2008/layout/LinedList"/>
    <dgm:cxn modelId="{C72C71BE-05D4-194B-968D-265F5DD7A3AB}" type="presParOf" srcId="{E680607A-5E1E-4A4C-8052-9E48B2DA0751}" destId="{59474AFF-C71A-3149-ACAA-9E5FF9E65CDA}" srcOrd="3" destOrd="0" presId="urn:microsoft.com/office/officeart/2008/layout/LinedList"/>
    <dgm:cxn modelId="{F5A91F51-72D9-E24F-B0C9-3DB0C6B1C689}" type="presParOf" srcId="{59474AFF-C71A-3149-ACAA-9E5FF9E65CDA}" destId="{5C011C5F-11C1-8541-BEC0-08FF517F2B15}" srcOrd="0" destOrd="0" presId="urn:microsoft.com/office/officeart/2008/layout/LinedList"/>
    <dgm:cxn modelId="{C2B3E3B4-D557-584F-8468-2E1E2EC8B9D7}" type="presParOf" srcId="{59474AFF-C71A-3149-ACAA-9E5FF9E65CDA}" destId="{3B19843A-4BBE-3E45-AEBE-B289E7B77C9A}" srcOrd="1" destOrd="0" presId="urn:microsoft.com/office/officeart/2008/layout/LinedList"/>
    <dgm:cxn modelId="{315083D0-96B4-444C-9DB8-D2D105E37FE1}" type="presParOf" srcId="{3B19843A-4BBE-3E45-AEBE-B289E7B77C9A}" destId="{81375410-D0D9-5C4E-84B6-114B20D1EA19}" srcOrd="0" destOrd="0" presId="urn:microsoft.com/office/officeart/2008/layout/LinedList"/>
    <dgm:cxn modelId="{39E3EB1F-6007-FD49-9CFB-B73FD8177270}" type="presParOf" srcId="{3B19843A-4BBE-3E45-AEBE-B289E7B77C9A}" destId="{26E0FF24-9D19-FC4F-B011-97C341C3E6EA}" srcOrd="1" destOrd="0" presId="urn:microsoft.com/office/officeart/2008/layout/LinedList"/>
    <dgm:cxn modelId="{94D16492-701B-004E-A2D5-9A69A5BC4857}" type="presParOf" srcId="{26E0FF24-9D19-FC4F-B011-97C341C3E6EA}" destId="{C3EE84F1-793B-FC4D-B044-79D9AFBA0F4B}" srcOrd="0" destOrd="0" presId="urn:microsoft.com/office/officeart/2008/layout/LinedList"/>
    <dgm:cxn modelId="{3EB566DF-8620-624C-B1F9-4AC3717E2EE4}" type="presParOf" srcId="{26E0FF24-9D19-FC4F-B011-97C341C3E6EA}" destId="{E73012BA-FB60-4945-970F-2E9F6288895E}" srcOrd="1" destOrd="0" presId="urn:microsoft.com/office/officeart/2008/layout/LinedList"/>
    <dgm:cxn modelId="{BEAD00D6-D843-C540-BC22-F5611B34415A}" type="presParOf" srcId="{26E0FF24-9D19-FC4F-B011-97C341C3E6EA}" destId="{C8B568A4-B114-6C4F-8541-F8170E6B71DC}" srcOrd="2" destOrd="0" presId="urn:microsoft.com/office/officeart/2008/layout/LinedList"/>
    <dgm:cxn modelId="{AD788CA5-B4EC-9C45-BAB4-1700478E6991}" type="presParOf" srcId="{3B19843A-4BBE-3E45-AEBE-B289E7B77C9A}" destId="{D179B3BC-C864-1847-8EE6-A7539B12D34C}" srcOrd="2" destOrd="0" presId="urn:microsoft.com/office/officeart/2008/layout/LinedList"/>
    <dgm:cxn modelId="{B37CE322-A7F9-844D-B15F-E8AD9C85F854}" type="presParOf" srcId="{3B19843A-4BBE-3E45-AEBE-B289E7B77C9A}" destId="{C8828612-7E33-AD47-9AFC-158BA188E9A5}" srcOrd="3" destOrd="0" presId="urn:microsoft.com/office/officeart/2008/layout/LinedList"/>
    <dgm:cxn modelId="{F305067E-D871-8143-8440-4DFE8E4487B1}" type="presParOf" srcId="{3B19843A-4BBE-3E45-AEBE-B289E7B77C9A}" destId="{B237D7CB-4E46-E749-A9F8-68B78D9A86E1}" srcOrd="4" destOrd="0" presId="urn:microsoft.com/office/officeart/2008/layout/LinedList"/>
    <dgm:cxn modelId="{5387CB22-96B8-9648-A7BE-05539CBA1AD6}" type="presParOf" srcId="{B237D7CB-4E46-E749-A9F8-68B78D9A86E1}" destId="{1360474D-6552-B145-B7A3-F0A2CA909563}" srcOrd="0" destOrd="0" presId="urn:microsoft.com/office/officeart/2008/layout/LinedList"/>
    <dgm:cxn modelId="{28D15EFF-3368-1643-A888-0CDF7C023456}" type="presParOf" srcId="{B237D7CB-4E46-E749-A9F8-68B78D9A86E1}" destId="{344D6CA0-EFEB-0940-A745-01466DCC0915}" srcOrd="1" destOrd="0" presId="urn:microsoft.com/office/officeart/2008/layout/LinedList"/>
    <dgm:cxn modelId="{F77A08FC-2864-AA4A-8772-53AF3437D420}" type="presParOf" srcId="{B237D7CB-4E46-E749-A9F8-68B78D9A86E1}" destId="{8BB5F746-0DFA-294C-9BC9-64074331E503}" srcOrd="2" destOrd="0" presId="urn:microsoft.com/office/officeart/2008/layout/LinedList"/>
    <dgm:cxn modelId="{61891954-6A5E-1E42-A4BD-A50F8C876B21}" type="presParOf" srcId="{3B19843A-4BBE-3E45-AEBE-B289E7B77C9A}" destId="{2F2DB3C8-2086-0A4F-A5A5-1D7B842674A1}" srcOrd="5" destOrd="0" presId="urn:microsoft.com/office/officeart/2008/layout/LinedList"/>
    <dgm:cxn modelId="{CA4B4C50-9C24-A843-B9F0-C95F7519920B}" type="presParOf" srcId="{3B19843A-4BBE-3E45-AEBE-B289E7B77C9A}" destId="{03BE1D06-9995-FF43-AB55-46E7ABF6E30A}" srcOrd="6" destOrd="0" presId="urn:microsoft.com/office/officeart/2008/layout/LinedList"/>
    <dgm:cxn modelId="{C64EF6CB-BE5C-0A40-B20E-4AF4E0D9B396}" type="presParOf" srcId="{3B19843A-4BBE-3E45-AEBE-B289E7B77C9A}" destId="{A080F2E1-AD1C-894C-8B00-DEEE3D00AB3D}" srcOrd="7" destOrd="0" presId="urn:microsoft.com/office/officeart/2008/layout/LinedList"/>
    <dgm:cxn modelId="{52A459E8-AB26-F445-A4D2-B2CBED889219}" type="presParOf" srcId="{A080F2E1-AD1C-894C-8B00-DEEE3D00AB3D}" destId="{A4623EE0-4E2F-8144-A0BD-CEC088961D3D}" srcOrd="0" destOrd="0" presId="urn:microsoft.com/office/officeart/2008/layout/LinedList"/>
    <dgm:cxn modelId="{0EA95333-6684-B64C-BFAB-03BE3EF0F332}" type="presParOf" srcId="{A080F2E1-AD1C-894C-8B00-DEEE3D00AB3D}" destId="{823ADE50-CF5A-3846-933A-084243398AC2}" srcOrd="1" destOrd="0" presId="urn:microsoft.com/office/officeart/2008/layout/LinedList"/>
    <dgm:cxn modelId="{7D825C7E-E122-6141-8D60-177A307E5C54}" type="presParOf" srcId="{A080F2E1-AD1C-894C-8B00-DEEE3D00AB3D}" destId="{DB42A957-B37E-6E47-9068-766626BE8F53}" srcOrd="2" destOrd="0" presId="urn:microsoft.com/office/officeart/2008/layout/LinedList"/>
    <dgm:cxn modelId="{E869962B-98A1-624B-A600-4F33A3C7058E}" type="presParOf" srcId="{3B19843A-4BBE-3E45-AEBE-B289E7B77C9A}" destId="{DFF5B288-798B-0C4E-A1EA-AF7ED6F7855E}" srcOrd="8" destOrd="0" presId="urn:microsoft.com/office/officeart/2008/layout/LinedList"/>
    <dgm:cxn modelId="{109BF81E-B0A4-6D4D-A738-3C58489457E6}" type="presParOf" srcId="{3B19843A-4BBE-3E45-AEBE-B289E7B77C9A}" destId="{B8BC95F6-F938-0546-B539-7AF9324ADA11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A4C3A-DB7C-4175-9AE8-BD19C54F8895}">
      <dsp:nvSpPr>
        <dsp:cNvPr id="0" name=""/>
        <dsp:cNvSpPr/>
      </dsp:nvSpPr>
      <dsp:spPr>
        <a:xfrm>
          <a:off x="19291" y="1014426"/>
          <a:ext cx="721224" cy="721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FEDBF-3C60-4134-9FD6-37F483270051}">
      <dsp:nvSpPr>
        <dsp:cNvPr id="0" name=""/>
        <dsp:cNvSpPr/>
      </dsp:nvSpPr>
      <dsp:spPr>
        <a:xfrm>
          <a:off x="170748" y="1165883"/>
          <a:ext cx="418309" cy="4183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92C7E-5101-4673-8584-6271A5666899}">
      <dsp:nvSpPr>
        <dsp:cNvPr id="0" name=""/>
        <dsp:cNvSpPr/>
      </dsp:nvSpPr>
      <dsp:spPr>
        <a:xfrm>
          <a:off x="895063" y="1014426"/>
          <a:ext cx="1700027" cy="72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" panose="020B0004020202020204" pitchFamily="34" charset="0"/>
              <a:cs typeface="Times New Roman" panose="02020603050405020304" pitchFamily="18" charset="0"/>
            </a:rPr>
            <a:t>Identify factors associated with customer churn.</a:t>
          </a:r>
        </a:p>
      </dsp:txBody>
      <dsp:txXfrm>
        <a:off x="895063" y="1014426"/>
        <a:ext cx="1700027" cy="721224"/>
      </dsp:txXfrm>
    </dsp:sp>
    <dsp:sp modelId="{6F1AF87F-FB36-4210-B327-C1F15E5E18B2}">
      <dsp:nvSpPr>
        <dsp:cNvPr id="0" name=""/>
        <dsp:cNvSpPr/>
      </dsp:nvSpPr>
      <dsp:spPr>
        <a:xfrm>
          <a:off x="2891308" y="1014426"/>
          <a:ext cx="721224" cy="721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2C801-8ECC-4258-A9C0-34DD71DD583D}">
      <dsp:nvSpPr>
        <dsp:cNvPr id="0" name=""/>
        <dsp:cNvSpPr/>
      </dsp:nvSpPr>
      <dsp:spPr>
        <a:xfrm>
          <a:off x="3042765" y="1165883"/>
          <a:ext cx="418309" cy="4183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E93D2-D68B-461B-813E-9578B9EF8ED3}">
      <dsp:nvSpPr>
        <dsp:cNvPr id="0" name=""/>
        <dsp:cNvSpPr/>
      </dsp:nvSpPr>
      <dsp:spPr>
        <a:xfrm>
          <a:off x="3767080" y="1014426"/>
          <a:ext cx="1700027" cy="72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" panose="020B0004020202020204" pitchFamily="34" charset="0"/>
              <a:cs typeface="Times New Roman" panose="02020603050405020304" pitchFamily="18" charset="0"/>
            </a:rPr>
            <a:t>Analyze tenure, contract type, monthly charges, and internet service.</a:t>
          </a:r>
        </a:p>
      </dsp:txBody>
      <dsp:txXfrm>
        <a:off x="3767080" y="1014426"/>
        <a:ext cx="1700027" cy="721224"/>
      </dsp:txXfrm>
    </dsp:sp>
    <dsp:sp modelId="{4F17F628-E18C-4A41-ACDD-A2FBEEF18F77}">
      <dsp:nvSpPr>
        <dsp:cNvPr id="0" name=""/>
        <dsp:cNvSpPr/>
      </dsp:nvSpPr>
      <dsp:spPr>
        <a:xfrm>
          <a:off x="19291" y="2446640"/>
          <a:ext cx="721224" cy="721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E7659-385B-4CF5-B39E-DD7FF67743DD}">
      <dsp:nvSpPr>
        <dsp:cNvPr id="0" name=""/>
        <dsp:cNvSpPr/>
      </dsp:nvSpPr>
      <dsp:spPr>
        <a:xfrm>
          <a:off x="170748" y="2598097"/>
          <a:ext cx="418309" cy="4183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CA51D-9BAE-49A5-BB60-22598F6F18CF}">
      <dsp:nvSpPr>
        <dsp:cNvPr id="0" name=""/>
        <dsp:cNvSpPr/>
      </dsp:nvSpPr>
      <dsp:spPr>
        <a:xfrm>
          <a:off x="895063" y="2446640"/>
          <a:ext cx="1700027" cy="72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" panose="020B0004020202020204" pitchFamily="34" charset="0"/>
              <a:cs typeface="Times New Roman" panose="02020603050405020304" pitchFamily="18" charset="0"/>
            </a:rPr>
            <a:t>Compare Logistic Regression, Decision Tree, and Random Forest.</a:t>
          </a:r>
        </a:p>
      </dsp:txBody>
      <dsp:txXfrm>
        <a:off x="895063" y="2446640"/>
        <a:ext cx="1700027" cy="721224"/>
      </dsp:txXfrm>
    </dsp:sp>
    <dsp:sp modelId="{4D8DD0C2-B9E4-4F79-BA91-E83B1259AED9}">
      <dsp:nvSpPr>
        <dsp:cNvPr id="0" name=""/>
        <dsp:cNvSpPr/>
      </dsp:nvSpPr>
      <dsp:spPr>
        <a:xfrm>
          <a:off x="2891308" y="2446640"/>
          <a:ext cx="721224" cy="721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0E760-019E-47B7-809D-0BC9091D5E79}">
      <dsp:nvSpPr>
        <dsp:cNvPr id="0" name=""/>
        <dsp:cNvSpPr/>
      </dsp:nvSpPr>
      <dsp:spPr>
        <a:xfrm>
          <a:off x="3042765" y="2598097"/>
          <a:ext cx="418309" cy="4183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A696C-F266-4CBF-9C2B-0EECA466196F}">
      <dsp:nvSpPr>
        <dsp:cNvPr id="0" name=""/>
        <dsp:cNvSpPr/>
      </dsp:nvSpPr>
      <dsp:spPr>
        <a:xfrm>
          <a:off x="3767080" y="2446640"/>
          <a:ext cx="1700027" cy="72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" panose="020B0004020202020204" pitchFamily="34" charset="0"/>
              <a:cs typeface="Times New Roman" panose="02020603050405020304" pitchFamily="18" charset="0"/>
            </a:rPr>
            <a:t>Evaluate models using accuracy, precision, recall, and F1-score.</a:t>
          </a:r>
        </a:p>
      </dsp:txBody>
      <dsp:txXfrm>
        <a:off x="3767080" y="2446640"/>
        <a:ext cx="1700027" cy="721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FB3544-5C60-8046-809D-397DFD47EC3D}">
      <dsp:nvSpPr>
        <dsp:cNvPr id="0" name=""/>
        <dsp:cNvSpPr/>
      </dsp:nvSpPr>
      <dsp:spPr>
        <a:xfrm>
          <a:off x="2723" y="0"/>
          <a:ext cx="5572392" cy="24699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u="sng" kern="1200" baseline="0"/>
            <a:t>Data Preparation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Removed customerID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Converted TotalCharges to numeric and removed blank/missing records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Final cleaned dataset: 7,032 records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Converted categorical data into numbers for modeling and coded Churn as 0 (No) and 1 (Yes).</a:t>
          </a:r>
        </a:p>
      </dsp:txBody>
      <dsp:txXfrm>
        <a:off x="2723" y="0"/>
        <a:ext cx="5572392" cy="24699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E66AB2-2AB2-4DC1-819D-5E6F138720FC}">
      <dsp:nvSpPr>
        <dsp:cNvPr id="0" name=""/>
        <dsp:cNvSpPr/>
      </dsp:nvSpPr>
      <dsp:spPr>
        <a:xfrm>
          <a:off x="84298" y="657786"/>
          <a:ext cx="1105689" cy="11056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B2E4A-6DBE-4D8F-8759-57D4A9A6C9E3}">
      <dsp:nvSpPr>
        <dsp:cNvPr id="0" name=""/>
        <dsp:cNvSpPr/>
      </dsp:nvSpPr>
      <dsp:spPr>
        <a:xfrm>
          <a:off x="316493" y="889981"/>
          <a:ext cx="641299" cy="641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52E1A-34B8-4951-9BA0-BC78DB03767E}">
      <dsp:nvSpPr>
        <dsp:cNvPr id="0" name=""/>
        <dsp:cNvSpPr/>
      </dsp:nvSpPr>
      <dsp:spPr>
        <a:xfrm>
          <a:off x="1426921" y="657786"/>
          <a:ext cx="2606268" cy="110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ptos" panose="020B0004020202020204" pitchFamily="34" charset="0"/>
            </a:rPr>
            <a:t>Exploratory Data Analysis (EDA)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1426921" y="657786"/>
        <a:ext cx="2606268" cy="1105689"/>
      </dsp:txXfrm>
    </dsp:sp>
    <dsp:sp modelId="{F63357E0-68AC-4DC9-8642-3EF2CAC3D72A}">
      <dsp:nvSpPr>
        <dsp:cNvPr id="0" name=""/>
        <dsp:cNvSpPr/>
      </dsp:nvSpPr>
      <dsp:spPr>
        <a:xfrm>
          <a:off x="4487312" y="657786"/>
          <a:ext cx="1105689" cy="11056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158CC-A815-4935-B4DC-1FD8B2BCBB4F}">
      <dsp:nvSpPr>
        <dsp:cNvPr id="0" name=""/>
        <dsp:cNvSpPr/>
      </dsp:nvSpPr>
      <dsp:spPr>
        <a:xfrm>
          <a:off x="4719507" y="889981"/>
          <a:ext cx="641299" cy="641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3C240-711D-48F5-92B1-3867B9C02D8B}">
      <dsp:nvSpPr>
        <dsp:cNvPr id="0" name=""/>
        <dsp:cNvSpPr/>
      </dsp:nvSpPr>
      <dsp:spPr>
        <a:xfrm>
          <a:off x="5829935" y="657786"/>
          <a:ext cx="2606268" cy="110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ptos" panose="020B0004020202020204" pitchFamily="34" charset="0"/>
            </a:rPr>
            <a:t>80/20 Train/Test Split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5829935" y="657786"/>
        <a:ext cx="2606268" cy="1105689"/>
      </dsp:txXfrm>
    </dsp:sp>
    <dsp:sp modelId="{02D2FFE5-666D-499D-B600-97917860FE78}">
      <dsp:nvSpPr>
        <dsp:cNvPr id="0" name=""/>
        <dsp:cNvSpPr/>
      </dsp:nvSpPr>
      <dsp:spPr>
        <a:xfrm>
          <a:off x="84298" y="2485863"/>
          <a:ext cx="1105689" cy="11056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4FEB5A-B22F-4719-BC39-A38EBE6AB5F1}">
      <dsp:nvSpPr>
        <dsp:cNvPr id="0" name=""/>
        <dsp:cNvSpPr/>
      </dsp:nvSpPr>
      <dsp:spPr>
        <a:xfrm>
          <a:off x="316493" y="2718058"/>
          <a:ext cx="641299" cy="641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DCA30-C543-4E3F-A23D-346AEE9BBE3A}">
      <dsp:nvSpPr>
        <dsp:cNvPr id="0" name=""/>
        <dsp:cNvSpPr/>
      </dsp:nvSpPr>
      <dsp:spPr>
        <a:xfrm>
          <a:off x="1426921" y="2485863"/>
          <a:ext cx="2606268" cy="110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ptos" panose="020B0004020202020204" pitchFamily="34" charset="0"/>
            </a:rPr>
            <a:t>Classification Models:</a:t>
          </a:r>
          <a:br>
            <a:rPr lang="en-US" sz="1400" kern="1200" dirty="0">
              <a:latin typeface="Aptos" panose="020B0004020202020204" pitchFamily="34" charset="0"/>
            </a:rPr>
          </a:br>
          <a:r>
            <a:rPr lang="en-US" sz="1400" kern="1200" dirty="0">
              <a:latin typeface="Aptos" panose="020B0004020202020204" pitchFamily="34" charset="0"/>
            </a:rPr>
            <a:t>Logistic Regression, Decision Tree &amp; Random Forest</a:t>
          </a:r>
        </a:p>
      </dsp:txBody>
      <dsp:txXfrm>
        <a:off x="1426921" y="2485863"/>
        <a:ext cx="2606268" cy="1105689"/>
      </dsp:txXfrm>
    </dsp:sp>
    <dsp:sp modelId="{7268B5A4-04C5-4B0A-BD23-6A418C18DEE3}">
      <dsp:nvSpPr>
        <dsp:cNvPr id="0" name=""/>
        <dsp:cNvSpPr/>
      </dsp:nvSpPr>
      <dsp:spPr>
        <a:xfrm>
          <a:off x="4487312" y="2485863"/>
          <a:ext cx="1105689" cy="11056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ACBF3-6097-4880-A67F-1370741F17CD}">
      <dsp:nvSpPr>
        <dsp:cNvPr id="0" name=""/>
        <dsp:cNvSpPr/>
      </dsp:nvSpPr>
      <dsp:spPr>
        <a:xfrm>
          <a:off x="4719507" y="2718058"/>
          <a:ext cx="641299" cy="641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4F5A7-3F92-445B-BF4C-60DB2D411A5D}">
      <dsp:nvSpPr>
        <dsp:cNvPr id="0" name=""/>
        <dsp:cNvSpPr/>
      </dsp:nvSpPr>
      <dsp:spPr>
        <a:xfrm>
          <a:off x="5829935" y="2485863"/>
          <a:ext cx="2606268" cy="110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ptos" panose="020B0004020202020204" pitchFamily="34" charset="0"/>
            </a:rPr>
            <a:t>Model Evaluation &amp; Validation:</a:t>
          </a:r>
          <a:br>
            <a:rPr lang="en-US" sz="1400" kern="1200" dirty="0">
              <a:latin typeface="Aptos" panose="020B0004020202020204" pitchFamily="34" charset="0"/>
            </a:rPr>
          </a:br>
          <a:r>
            <a:rPr lang="en-US" sz="1400" kern="1200" dirty="0">
              <a:latin typeface="Aptos" panose="020B0004020202020204" pitchFamily="34" charset="0"/>
            </a:rPr>
            <a:t>Accuracy, Precision, Recall, F1-score, 5-Fold Cross-Validation &amp; Random Forest Tuning</a:t>
          </a:r>
        </a:p>
      </dsp:txBody>
      <dsp:txXfrm>
        <a:off x="5829935" y="2485863"/>
        <a:ext cx="2606268" cy="11056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853C6-24D7-40EA-AB86-8ED59FD9E076}">
      <dsp:nvSpPr>
        <dsp:cNvPr id="0" name=""/>
        <dsp:cNvSpPr/>
      </dsp:nvSpPr>
      <dsp:spPr>
        <a:xfrm>
          <a:off x="0" y="1631"/>
          <a:ext cx="5029199" cy="8270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D0E5F-29FE-4DBF-90A6-C9C59AD1570B}">
      <dsp:nvSpPr>
        <dsp:cNvPr id="0" name=""/>
        <dsp:cNvSpPr/>
      </dsp:nvSpPr>
      <dsp:spPr>
        <a:xfrm>
          <a:off x="250193" y="187726"/>
          <a:ext cx="454897" cy="454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6E872-E7DF-4227-9FD8-07C9FB1B4229}">
      <dsp:nvSpPr>
        <dsp:cNvPr id="0" name=""/>
        <dsp:cNvSpPr/>
      </dsp:nvSpPr>
      <dsp:spPr>
        <a:xfrm>
          <a:off x="955283" y="1631"/>
          <a:ext cx="4073916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Contract type, tenure, monthly charges, and internet service were associated with churn.</a:t>
          </a:r>
        </a:p>
      </dsp:txBody>
      <dsp:txXfrm>
        <a:off x="955283" y="1631"/>
        <a:ext cx="4073916" cy="827085"/>
      </dsp:txXfrm>
    </dsp:sp>
    <dsp:sp modelId="{CCBAA186-9BE0-4776-AA9B-5979883BB9FC}">
      <dsp:nvSpPr>
        <dsp:cNvPr id="0" name=""/>
        <dsp:cNvSpPr/>
      </dsp:nvSpPr>
      <dsp:spPr>
        <a:xfrm>
          <a:off x="0" y="1035488"/>
          <a:ext cx="5029199" cy="8270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26249-873D-47CE-880C-D3C506034871}">
      <dsp:nvSpPr>
        <dsp:cNvPr id="0" name=""/>
        <dsp:cNvSpPr/>
      </dsp:nvSpPr>
      <dsp:spPr>
        <a:xfrm>
          <a:off x="250193" y="1221583"/>
          <a:ext cx="454897" cy="454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CC12B-939E-46FA-8BC2-87A170B3C35D}">
      <dsp:nvSpPr>
        <dsp:cNvPr id="0" name=""/>
        <dsp:cNvSpPr/>
      </dsp:nvSpPr>
      <dsp:spPr>
        <a:xfrm>
          <a:off x="955283" y="1035488"/>
          <a:ext cx="4073916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Logistic Regression performed best with 0.805 test accuracy.</a:t>
          </a:r>
        </a:p>
      </dsp:txBody>
      <dsp:txXfrm>
        <a:off x="955283" y="1035488"/>
        <a:ext cx="4073916" cy="827085"/>
      </dsp:txXfrm>
    </dsp:sp>
    <dsp:sp modelId="{0C8B16E7-975F-4BD9-AF73-6559B1923421}">
      <dsp:nvSpPr>
        <dsp:cNvPr id="0" name=""/>
        <dsp:cNvSpPr/>
      </dsp:nvSpPr>
      <dsp:spPr>
        <a:xfrm>
          <a:off x="0" y="2069345"/>
          <a:ext cx="5029199" cy="8270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C9ACD-8CEE-4071-A0ED-9201D51A49F2}">
      <dsp:nvSpPr>
        <dsp:cNvPr id="0" name=""/>
        <dsp:cNvSpPr/>
      </dsp:nvSpPr>
      <dsp:spPr>
        <a:xfrm>
          <a:off x="250193" y="2255439"/>
          <a:ext cx="454897" cy="454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3986B-A7C1-4108-BD21-C21539A73A75}">
      <dsp:nvSpPr>
        <dsp:cNvPr id="0" name=""/>
        <dsp:cNvSpPr/>
      </dsp:nvSpPr>
      <dsp:spPr>
        <a:xfrm>
          <a:off x="955283" y="2069345"/>
          <a:ext cx="4073916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Its average 5-fold cross-validation accuracy was 0.804.</a:t>
          </a:r>
        </a:p>
      </dsp:txBody>
      <dsp:txXfrm>
        <a:off x="955283" y="2069345"/>
        <a:ext cx="4073916" cy="827085"/>
      </dsp:txXfrm>
    </dsp:sp>
    <dsp:sp modelId="{53ED6188-1412-4DC8-A296-C8E861381899}">
      <dsp:nvSpPr>
        <dsp:cNvPr id="0" name=""/>
        <dsp:cNvSpPr/>
      </dsp:nvSpPr>
      <dsp:spPr>
        <a:xfrm>
          <a:off x="0" y="3103202"/>
          <a:ext cx="5029199" cy="8270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BAE8C-BE34-41A0-93E2-53A1E169010F}">
      <dsp:nvSpPr>
        <dsp:cNvPr id="0" name=""/>
        <dsp:cNvSpPr/>
      </dsp:nvSpPr>
      <dsp:spPr>
        <a:xfrm>
          <a:off x="250193" y="3289296"/>
          <a:ext cx="454897" cy="4548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4188A-D4B1-4A0A-ADC4-963F3BC873D1}">
      <dsp:nvSpPr>
        <dsp:cNvPr id="0" name=""/>
        <dsp:cNvSpPr/>
      </dsp:nvSpPr>
      <dsp:spPr>
        <a:xfrm>
          <a:off x="955283" y="3103202"/>
          <a:ext cx="4073916" cy="82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33" tIns="87533" rIns="87533" bIns="8753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Random Forest improved after tuning but did not outperform Logistic Regression.</a:t>
          </a:r>
        </a:p>
      </dsp:txBody>
      <dsp:txXfrm>
        <a:off x="955283" y="3103202"/>
        <a:ext cx="4073916" cy="8270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20458-1D36-9A4E-9F40-F5455313C9B9}">
      <dsp:nvSpPr>
        <dsp:cNvPr id="0" name=""/>
        <dsp:cNvSpPr/>
      </dsp:nvSpPr>
      <dsp:spPr>
        <a:xfrm>
          <a:off x="0" y="0"/>
          <a:ext cx="621543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60EFB-4334-2047-9287-6F2785D8D8A2}">
      <dsp:nvSpPr>
        <dsp:cNvPr id="0" name=""/>
        <dsp:cNvSpPr/>
      </dsp:nvSpPr>
      <dsp:spPr>
        <a:xfrm>
          <a:off x="0" y="0"/>
          <a:ext cx="1243086" cy="2708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>
              <a:latin typeface="Aptos" panose="020B0004020202020204" pitchFamily="34" charset="0"/>
            </a:rPr>
            <a:t>Limitations</a:t>
          </a:r>
          <a:endParaRPr lang="en-US" sz="1700" kern="1200">
            <a:latin typeface="Aptos" panose="020B0004020202020204" pitchFamily="34" charset="0"/>
          </a:endParaRPr>
        </a:p>
      </dsp:txBody>
      <dsp:txXfrm>
        <a:off x="0" y="0"/>
        <a:ext cx="1243086" cy="2708434"/>
      </dsp:txXfrm>
    </dsp:sp>
    <dsp:sp modelId="{9260CC4D-703F-B94E-B749-1F61040D8740}">
      <dsp:nvSpPr>
        <dsp:cNvPr id="0" name=""/>
        <dsp:cNvSpPr/>
      </dsp:nvSpPr>
      <dsp:spPr>
        <a:xfrm>
          <a:off x="1336318" y="42319"/>
          <a:ext cx="4879114" cy="846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" panose="020B0004020202020204" pitchFamily="34" charset="0"/>
            </a:rPr>
            <a:t>The dataset is sample data and is not from one specific telecom company.</a:t>
          </a:r>
        </a:p>
      </dsp:txBody>
      <dsp:txXfrm>
        <a:off x="1336318" y="42319"/>
        <a:ext cx="4879114" cy="846385"/>
      </dsp:txXfrm>
    </dsp:sp>
    <dsp:sp modelId="{62174735-56B4-FF47-B134-DF653026CBB9}">
      <dsp:nvSpPr>
        <dsp:cNvPr id="0" name=""/>
        <dsp:cNvSpPr/>
      </dsp:nvSpPr>
      <dsp:spPr>
        <a:xfrm>
          <a:off x="1243086" y="888704"/>
          <a:ext cx="4972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AC917-9F0F-944F-BCE8-4211CEAB1ED2}">
      <dsp:nvSpPr>
        <dsp:cNvPr id="0" name=""/>
        <dsp:cNvSpPr/>
      </dsp:nvSpPr>
      <dsp:spPr>
        <a:xfrm>
          <a:off x="1336318" y="931024"/>
          <a:ext cx="4879114" cy="846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 information that may affect churn, such as customer satisfaction and complaints, is not included.</a:t>
          </a:r>
          <a:endParaRPr lang="en-US" sz="1700" kern="1200" dirty="0">
            <a:latin typeface="Aptos" panose="020B0004020202020204" pitchFamily="34" charset="0"/>
          </a:endParaRPr>
        </a:p>
      </dsp:txBody>
      <dsp:txXfrm>
        <a:off x="1336318" y="931024"/>
        <a:ext cx="4879114" cy="846385"/>
      </dsp:txXfrm>
    </dsp:sp>
    <dsp:sp modelId="{9B728710-76E2-4040-929C-5E0C9E9588BE}">
      <dsp:nvSpPr>
        <dsp:cNvPr id="0" name=""/>
        <dsp:cNvSpPr/>
      </dsp:nvSpPr>
      <dsp:spPr>
        <a:xfrm>
          <a:off x="1243086" y="1777409"/>
          <a:ext cx="4972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6AE78-F456-2D48-A9F6-70F1A105AEAB}">
      <dsp:nvSpPr>
        <dsp:cNvPr id="0" name=""/>
        <dsp:cNvSpPr/>
      </dsp:nvSpPr>
      <dsp:spPr>
        <a:xfrm>
          <a:off x="1336318" y="1819729"/>
          <a:ext cx="4879114" cy="846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" panose="020B0004020202020204" pitchFamily="34" charset="0"/>
            </a:rPr>
            <a:t>There are fewer churned customers than non-churned customers in the dataset.</a:t>
          </a:r>
        </a:p>
      </dsp:txBody>
      <dsp:txXfrm>
        <a:off x="1336318" y="1819729"/>
        <a:ext cx="4879114" cy="846385"/>
      </dsp:txXfrm>
    </dsp:sp>
    <dsp:sp modelId="{072626B4-30D9-AA4F-A628-275D24462766}">
      <dsp:nvSpPr>
        <dsp:cNvPr id="0" name=""/>
        <dsp:cNvSpPr/>
      </dsp:nvSpPr>
      <dsp:spPr>
        <a:xfrm>
          <a:off x="1243086" y="2666114"/>
          <a:ext cx="4972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E288E-5F04-8E4C-89D9-9361E98D0FAE}">
      <dsp:nvSpPr>
        <dsp:cNvPr id="0" name=""/>
        <dsp:cNvSpPr/>
      </dsp:nvSpPr>
      <dsp:spPr>
        <a:xfrm>
          <a:off x="0" y="2708434"/>
          <a:ext cx="621543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11C5F-11C1-8541-BEC0-08FF517F2B15}">
      <dsp:nvSpPr>
        <dsp:cNvPr id="0" name=""/>
        <dsp:cNvSpPr/>
      </dsp:nvSpPr>
      <dsp:spPr>
        <a:xfrm>
          <a:off x="0" y="2708434"/>
          <a:ext cx="1243086" cy="27084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>
              <a:latin typeface="Aptos" panose="020B0004020202020204" pitchFamily="34" charset="0"/>
            </a:rPr>
            <a:t>Future Work</a:t>
          </a:r>
          <a:endParaRPr lang="en-US" sz="1700" kern="1200" dirty="0">
            <a:latin typeface="Aptos" panose="020B0004020202020204" pitchFamily="34" charset="0"/>
          </a:endParaRPr>
        </a:p>
      </dsp:txBody>
      <dsp:txXfrm>
        <a:off x="0" y="2708434"/>
        <a:ext cx="1243086" cy="2708434"/>
      </dsp:txXfrm>
    </dsp:sp>
    <dsp:sp modelId="{E73012BA-FB60-4945-970F-2E9F6288895E}">
      <dsp:nvSpPr>
        <dsp:cNvPr id="0" name=""/>
        <dsp:cNvSpPr/>
      </dsp:nvSpPr>
      <dsp:spPr>
        <a:xfrm>
          <a:off x="1336318" y="2750753"/>
          <a:ext cx="4879114" cy="846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" panose="020B0004020202020204" pitchFamily="34" charset="0"/>
            </a:rPr>
            <a:t>Try other machine learning models and compare the results.</a:t>
          </a:r>
        </a:p>
      </dsp:txBody>
      <dsp:txXfrm>
        <a:off x="1336318" y="2750753"/>
        <a:ext cx="4879114" cy="846385"/>
      </dsp:txXfrm>
    </dsp:sp>
    <dsp:sp modelId="{D179B3BC-C864-1847-8EE6-A7539B12D34C}">
      <dsp:nvSpPr>
        <dsp:cNvPr id="0" name=""/>
        <dsp:cNvSpPr/>
      </dsp:nvSpPr>
      <dsp:spPr>
        <a:xfrm>
          <a:off x="1243086" y="3597138"/>
          <a:ext cx="4972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4D6CA0-EFEB-0940-A745-01466DCC0915}">
      <dsp:nvSpPr>
        <dsp:cNvPr id="0" name=""/>
        <dsp:cNvSpPr/>
      </dsp:nvSpPr>
      <dsp:spPr>
        <a:xfrm>
          <a:off x="1336318" y="3639458"/>
          <a:ext cx="4879114" cy="846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 panose="020B0004020202020204" pitchFamily="34" charset="0"/>
            </a:rPr>
            <a:t>Look at other ways to improve the model and handle the difference between churn and non-churn groups.</a:t>
          </a:r>
        </a:p>
      </dsp:txBody>
      <dsp:txXfrm>
        <a:off x="1336318" y="3639458"/>
        <a:ext cx="4879114" cy="846385"/>
      </dsp:txXfrm>
    </dsp:sp>
    <dsp:sp modelId="{2F2DB3C8-2086-0A4F-A5A5-1D7B842674A1}">
      <dsp:nvSpPr>
        <dsp:cNvPr id="0" name=""/>
        <dsp:cNvSpPr/>
      </dsp:nvSpPr>
      <dsp:spPr>
        <a:xfrm>
          <a:off x="1243086" y="4485843"/>
          <a:ext cx="4972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ADE50-CF5A-3846-933A-084243398AC2}">
      <dsp:nvSpPr>
        <dsp:cNvPr id="0" name=""/>
        <dsp:cNvSpPr/>
      </dsp:nvSpPr>
      <dsp:spPr>
        <a:xfrm>
          <a:off x="1336318" y="4528163"/>
          <a:ext cx="4879114" cy="846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 panose="020B0004020202020204" pitchFamily="34" charset="0"/>
            </a:rPr>
            <a:t>Test the model with newer data or actual customer data from a telecom company.</a:t>
          </a:r>
        </a:p>
      </dsp:txBody>
      <dsp:txXfrm>
        <a:off x="1336318" y="4528163"/>
        <a:ext cx="4879114" cy="846385"/>
      </dsp:txXfrm>
    </dsp:sp>
    <dsp:sp modelId="{DFF5B288-798B-0C4E-A1EA-AF7ED6F7855E}">
      <dsp:nvSpPr>
        <dsp:cNvPr id="0" name=""/>
        <dsp:cNvSpPr/>
      </dsp:nvSpPr>
      <dsp:spPr>
        <a:xfrm>
          <a:off x="1243086" y="5374548"/>
          <a:ext cx="49723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7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8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0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006F0-134B-8648-AE93-81DC170CE21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0A834-27B6-6A4A-90C7-9580FB29B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09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34E6-D559-B841-9728-5401B1C403D1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8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6B24-C8F4-6C4B-A9E7-A5D1D63E97C2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1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403F-6A1A-084D-BDBA-01FB174DA6D7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9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9E03E-A8EB-E74B-B7C3-E058F7EF6B9A}" type="datetime1">
              <a:rPr lang="en-US" smtClean="0"/>
              <a:t>8/20/26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10AFB-ACE7-0E4E-AD9F-8D05024AF906}" type="datetime1">
              <a:rPr lang="en-US" smtClean="0"/>
              <a:t>8/20/26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9ED0-A258-C74E-A36E-95CF126AC5FC}" type="datetime1">
              <a:rPr lang="en-US" smtClean="0"/>
              <a:t>8/20/26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7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1E5B0-68CB-304A-B85D-2E5240774F7B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9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CC2D-D4D3-E446-82C4-985FAA1091D0}" type="datetime1">
              <a:rPr lang="en-US" smtClean="0"/>
              <a:t>8/20/26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7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5D3E-1C5D-7A47-BF23-C0D5982FE640}" type="datetime1">
              <a:rPr lang="en-US" smtClean="0"/>
              <a:t>8/20/26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3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3849-AAB7-2249-8FEE-68E3BC962F94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3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584B-C12E-E545-BC29-E90337E2FEBB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1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BC499BC-9F2D-9549-A9ED-CC9CAF02498D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5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5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6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6812280" cy="539496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903720" y="731520"/>
            <a:ext cx="2240280" cy="539496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" y="2023497"/>
            <a:ext cx="6812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Customer Churn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226" y="4475181"/>
            <a:ext cx="3451842" cy="15696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 dirty="0">
                <a:solidFill>
                  <a:srgbClr val="373737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By:
   Roshan GC
   DSC680-T301 Applied Data Science
   Instructor: Ashton</a:t>
            </a:r>
            <a:r>
              <a:rPr lang="en-US" sz="1600" b="0" dirty="0">
                <a:solidFill>
                  <a:srgbClr val="373737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Xu</a:t>
            </a:r>
            <a:r>
              <a:rPr sz="1600" b="0" dirty="0">
                <a:solidFill>
                  <a:srgbClr val="373737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
   Bellevue University
   08/</a:t>
            </a:r>
            <a:r>
              <a:rPr lang="en-US" sz="1600" b="0" dirty="0">
                <a:solidFill>
                  <a:srgbClr val="373737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23</a:t>
            </a:r>
            <a:r>
              <a:rPr sz="1600" b="0" dirty="0">
                <a:solidFill>
                  <a:srgbClr val="373737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DFDBC-734E-A44B-000E-2A3EB38C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65A4E27E-09AC-5B54-E241-33221856DC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917514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58"/>
    </mc:Choice>
    <mc:Fallback xmlns="">
      <p:transition spd="slow" advTm="31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22960"/>
            <a:ext cx="2560320" cy="530352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388364"/>
            <a:ext cx="1599156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Project
Overview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68627FFA-4DCF-85C1-5606-53FA70E1C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0206460"/>
              </p:ext>
            </p:extLst>
          </p:nvPr>
        </p:nvGraphicFramePr>
        <p:xfrm>
          <a:off x="2971800" y="1325879"/>
          <a:ext cx="5486400" cy="4182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7A1D0-584F-EC8F-E497-21F5CD24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12" name="Audio 11">
            <a:extLst>
              <a:ext uri="{FF2B5EF4-FFF2-40B4-BE49-F238E27FC236}">
                <a16:creationId xmlns:a16="http://schemas.microsoft.com/office/drawing/2014/main" id="{4446CD99-17D9-7376-9247-88862AACE2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4"/>
    </mc:Choice>
    <mc:Fallback xmlns="">
      <p:transition spd="slow" advTm="383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8138160" cy="137160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83879" y="731520"/>
            <a:ext cx="960120" cy="1371600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6319" y="1102519"/>
            <a:ext cx="6341159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Business Problem &amp;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421374"/>
            <a:ext cx="207781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u="sng" dirty="0">
                <a:solidFill>
                  <a:srgbClr val="191919"/>
                </a:solidFill>
                <a:latin typeface="Aptos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694944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Customer churn can reduce revenue and increase</a:t>
            </a:r>
            <a:r>
              <a:rPr lang="en-US" dirty="0"/>
              <a:t> </a:t>
            </a:r>
            <a:r>
              <a:rPr lang="en-US" sz="1700" dirty="0">
                <a:solidFill>
                  <a:srgbClr val="191919"/>
                </a:solidFill>
                <a:latin typeface="Aptos"/>
              </a:rPr>
              <a:t>customer acquisition costs.</a:t>
            </a:r>
            <a:endParaRPr lang="en-US" dirty="0"/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Understanding churn patterns can support customer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10791"/>
            <a:ext cx="229934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u="sng" dirty="0">
                <a:solidFill>
                  <a:srgbClr val="191919"/>
                </a:solidFill>
                <a:latin typeface="Aptos"/>
              </a:rPr>
              <a:t>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480123"/>
            <a:ext cx="7040880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60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Which customer characteristics have the greatest influence on churn?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60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What is the effect of tenure, contract type, and monthly charges</a:t>
            </a:r>
            <a:r>
              <a:rPr lang="en-US" sz="1700" dirty="0"/>
              <a:t> on customer churn</a:t>
            </a:r>
            <a:r>
              <a:rPr sz="1700" dirty="0"/>
              <a:t>?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  <a:defRPr sz="1600">
                <a:solidFill>
                  <a:srgbClr val="191919"/>
                </a:solidFill>
                <a:latin typeface="Aptos"/>
              </a:defRPr>
            </a:pPr>
            <a:r>
              <a:rPr sz="1700" dirty="0"/>
              <a:t>Which machine learning model provides the best prediction performance?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C84594-4D99-2EE8-4A40-98BA7BC72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pic>
        <p:nvPicPr>
          <p:cNvPr id="19" name="Audio 18">
            <a:extLst>
              <a:ext uri="{FF2B5EF4-FFF2-40B4-BE49-F238E27FC236}">
                <a16:creationId xmlns:a16="http://schemas.microsoft.com/office/drawing/2014/main" id="{AA46F9BB-DE28-701A-E205-C50CDD2D35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04"/>
    </mc:Choice>
    <mc:Fallback xmlns="">
      <p:transition spd="slow" advTm="54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2560320" cy="539496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0"/>
            <a:ext cx="1920239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Dataset &amp;
Data
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016597"/>
            <a:ext cx="5760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lang="en-US" sz="1900" b="1" u="sng" dirty="0">
                <a:solidFill>
                  <a:srgbClr val="191919"/>
                </a:solidFill>
                <a:latin typeface="Aptos"/>
              </a:rPr>
              <a:t>Dataset Details</a:t>
            </a:r>
            <a:endParaRPr lang="en-US" sz="1900" u="sng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Telco Customer Churn dataset (Kaggle)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7,043 customer records and 21 variables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Demographics, services, contracts, charges, and churn</a:t>
            </a:r>
          </a:p>
        </p:txBody>
      </p:sp>
      <p:graphicFrame>
        <p:nvGraphicFramePr>
          <p:cNvPr id="11" name="TextBox 7">
            <a:extLst>
              <a:ext uri="{FF2B5EF4-FFF2-40B4-BE49-F238E27FC236}">
                <a16:creationId xmlns:a16="http://schemas.microsoft.com/office/drawing/2014/main" id="{00BE9292-FE63-4293-7B4B-682F1795F303}"/>
              </a:ext>
            </a:extLst>
          </p:cNvPr>
          <p:cNvGraphicFramePr/>
          <p:nvPr/>
        </p:nvGraphicFramePr>
        <p:xfrm>
          <a:off x="2880360" y="3261417"/>
          <a:ext cx="5577840" cy="2469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3CE682-8091-5766-FEBE-320863DB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28" name="Audio 27">
            <a:extLst>
              <a:ext uri="{FF2B5EF4-FFF2-40B4-BE49-F238E27FC236}">
                <a16:creationId xmlns:a16="http://schemas.microsoft.com/office/drawing/2014/main" id="{64B44ACB-112D-0209-4C99-2FD5D7AC0A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72"/>
    </mc:Choice>
    <mc:Fallback xmlns="">
      <p:transition spd="slow" advTm="518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566E947-FB18-4E34-92A1-7AE660349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1FB687-F018-4798-90C8-38F1111E1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03665" y="1701120"/>
            <a:ext cx="1741251" cy="85725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062F0-3CAB-ABB1-0063-D574666F5A53}"/>
              </a:ext>
            </a:extLst>
          </p:cNvPr>
          <p:cNvSpPr txBox="1"/>
          <p:nvPr/>
        </p:nvSpPr>
        <p:spPr>
          <a:xfrm>
            <a:off x="481250" y="5257630"/>
            <a:ext cx="8181500" cy="1021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spc="-60" dirty="0">
                <a:solidFill>
                  <a:srgbClr val="FFFFFF"/>
                </a:solidFill>
                <a:latin typeface="Aptos" panose="020B0004020202020204" pitchFamily="34" charset="0"/>
                <a:ea typeface="+mj-ea"/>
                <a:cs typeface="+mj-cs"/>
              </a:rPr>
              <a:t>Methodology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BAA161-AE24-467D-9AE2-A99E23CD7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82267" y="-4094231"/>
            <a:ext cx="384048" cy="8572509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A862AEF-D038-DDE7-4F21-60F7CFEB75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3199758"/>
              </p:ext>
            </p:extLst>
          </p:nvPr>
        </p:nvGraphicFramePr>
        <p:xfrm>
          <a:off x="527045" y="1029176"/>
          <a:ext cx="8089909" cy="3444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18C1C12-C244-DC4A-9B25-2D2C1C32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Aptos" panose="020B0004020202020204" pitchFamily="34" charset="0"/>
              </a:rPr>
              <a:t>5</a:t>
            </a:fld>
            <a:endParaRPr lang="en-US">
              <a:latin typeface="Aptos" panose="020B0004020202020204" pitchFamily="34" charset="0"/>
            </a:endParaRPr>
          </a:p>
        </p:txBody>
      </p:sp>
      <p:graphicFrame>
        <p:nvGraphicFramePr>
          <p:cNvPr id="43" name="TextBox 9">
            <a:extLst>
              <a:ext uri="{FF2B5EF4-FFF2-40B4-BE49-F238E27FC236}">
                <a16:creationId xmlns:a16="http://schemas.microsoft.com/office/drawing/2014/main" id="{AB589271-F544-FFC2-BA91-9F6E57E71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4906707"/>
              </p:ext>
            </p:extLst>
          </p:nvPr>
        </p:nvGraphicFramePr>
        <p:xfrm>
          <a:off x="481250" y="492506"/>
          <a:ext cx="8520503" cy="4249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44" name="Audio 43">
            <a:extLst>
              <a:ext uri="{FF2B5EF4-FFF2-40B4-BE49-F238E27FC236}">
                <a16:creationId xmlns:a16="http://schemas.microsoft.com/office/drawing/2014/main" id="{7BF3A2D2-CE2A-20A9-C659-81C1B5FB58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13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82"/>
    </mc:Choice>
    <mc:Fallback xmlns="">
      <p:transition spd="slow" advTm="468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2560320" cy="539496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" y="1200557"/>
            <a:ext cx="2560319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Exploratory
Data
Analysis
(Part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13816"/>
            <a:ext cx="256032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en-US" b="1" dirty="0"/>
              <a:t>• Overall churn rate was   26.58%.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en-US" b="1" dirty="0"/>
              <a:t>• Month-to-month customers had the highest churn rate </a:t>
            </a:r>
            <a:r>
              <a:rPr lang="en-US" b="1" dirty="0">
                <a:solidFill>
                  <a:srgbClr val="FFFFFF"/>
                </a:solidFill>
                <a:latin typeface="Aptos"/>
              </a:rPr>
              <a:t>at 42.71%.</a:t>
            </a:r>
            <a:endParaRPr lang="en-US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94217-A26F-7943-84A6-6827C321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2EBDFC-E9D5-4A84-20E1-229880DE4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473" y="731520"/>
            <a:ext cx="5550946" cy="2423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59E915-8F02-10E6-6655-99CC7AEB6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809" y="3213847"/>
            <a:ext cx="5528609" cy="2912633"/>
          </a:xfrm>
          <a:prstGeom prst="rect">
            <a:avLst/>
          </a:prstGeom>
        </p:spPr>
      </p:pic>
      <p:pic>
        <p:nvPicPr>
          <p:cNvPr id="37" name="Audio 36">
            <a:extLst>
              <a:ext uri="{FF2B5EF4-FFF2-40B4-BE49-F238E27FC236}">
                <a16:creationId xmlns:a16="http://schemas.microsoft.com/office/drawing/2014/main" id="{BA81F983-E5BC-192A-8F2B-46532FEB81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17"/>
    </mc:Choice>
    <mc:Fallback xmlns="">
      <p:transition spd="slow" advTm="561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617720"/>
            <a:ext cx="7955279" cy="146304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743887"/>
            <a:ext cx="7604351" cy="12311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ptos"/>
              </a:rPr>
              <a:t>Exploratory Data Analysis (Part 2)</a:t>
            </a:r>
            <a:r>
              <a:rPr lang="en-US" sz="28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r>
              <a:rPr lang="en-US" b="1" dirty="0">
                <a:solidFill>
                  <a:srgbClr val="FFFFFF"/>
                </a:solidFill>
                <a:latin typeface="Aptos"/>
              </a:rPr>
              <a:t>Customers</a:t>
            </a:r>
            <a:r>
              <a:rPr lang="en-US" sz="28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ptos"/>
              </a:rPr>
              <a:t>who left had a much shorter average tenure (17.98 months) than customers who stayed (37.65 months).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69CF7-00D2-AA4F-D7A9-4FCCF06A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EE6B4D-1D0A-7EC3-8617-CEBB465BB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777239"/>
            <a:ext cx="7416800" cy="3688548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CDE0E396-0D82-97FB-1CDF-259D794DB4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88"/>
    </mc:Choice>
    <mc:Fallback xmlns="">
      <p:transition spd="slow" advTm="426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2560320" cy="539496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051560"/>
            <a:ext cx="1920239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Exploratory
Data
Analysis
(Part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24300"/>
            <a:ext cx="256032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sz="1600" b="1" dirty="0"/>
              <a:t> </a:t>
            </a:r>
            <a:r>
              <a:rPr sz="1600" b="1" dirty="0"/>
              <a:t>Churned customers had higher average monthly charges.</a:t>
            </a:r>
            <a:endParaRPr lang="en-US" sz="1600" b="1"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endParaRPr lang="en-US" b="1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  <a:latin typeface="Aptos"/>
              </a:defRPr>
            </a:pPr>
            <a:r>
              <a:rPr sz="1600" b="1" dirty="0"/>
              <a:t>Fiber-optic customers had the highest internet-service churn rate.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E6589-98CF-8DFC-DD0F-AC5D2245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133901-D001-A44A-9F9C-0BCA1075D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731520"/>
            <a:ext cx="5651500" cy="2697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365263-4EE7-5221-0567-21539BAB0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3507581"/>
            <a:ext cx="5651500" cy="2618899"/>
          </a:xfrm>
          <a:prstGeom prst="rect">
            <a:avLst/>
          </a:prstGeom>
        </p:spPr>
      </p:pic>
      <p:pic>
        <p:nvPicPr>
          <p:cNvPr id="15" name="Audio 14">
            <a:extLst>
              <a:ext uri="{FF2B5EF4-FFF2-40B4-BE49-F238E27FC236}">
                <a16:creationId xmlns:a16="http://schemas.microsoft.com/office/drawing/2014/main" id="{BBE24E29-CC9A-B331-EDC5-D1D1A8F3C4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726"/>
    </mc:Choice>
    <mc:Fallback xmlns="">
      <p:transition spd="slow" advTm="597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C953-52A8-D557-591C-85D99BC6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BEF75C-6F03-EDB2-21D7-44A8A24F9888}"/>
              </a:ext>
            </a:extLst>
          </p:cNvPr>
          <p:cNvSpPr/>
          <p:nvPr/>
        </p:nvSpPr>
        <p:spPr>
          <a:xfrm>
            <a:off x="0" y="731520"/>
            <a:ext cx="2560320" cy="539496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latin typeface="Aptos" panose="020B0004020202020204" pitchFamily="34" charset="0"/>
            </a:endParaRPr>
          </a:p>
          <a:p>
            <a:endParaRPr lang="en-US" sz="1600" b="1" dirty="0">
              <a:latin typeface="Aptos" panose="020B0004020202020204" pitchFamily="34" charset="0"/>
            </a:endParaRPr>
          </a:p>
          <a:p>
            <a:endParaRPr lang="en-US" sz="1600" b="1" dirty="0">
              <a:latin typeface="Aptos" panose="020B0004020202020204" pitchFamily="34" charset="0"/>
            </a:endParaRPr>
          </a:p>
          <a:p>
            <a:endParaRPr lang="en-US" sz="16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Tenure was the most important feature in the Random Forest model.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Total Charges and Monthly Charges were also among the most important features.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04388-3598-B489-6899-5B12B2ABE2B5}"/>
              </a:ext>
            </a:extLst>
          </p:cNvPr>
          <p:cNvSpPr txBox="1"/>
          <p:nvPr/>
        </p:nvSpPr>
        <p:spPr>
          <a:xfrm>
            <a:off x="22318" y="936092"/>
            <a:ext cx="2538002" cy="129266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Aptos"/>
              </a:rPr>
              <a:t>Top 10 Features</a:t>
            </a:r>
          </a:p>
          <a:p>
            <a:r>
              <a:rPr lang="en-US" sz="2600" b="1" dirty="0">
                <a:solidFill>
                  <a:srgbClr val="FFFFFF"/>
                </a:solidFill>
                <a:latin typeface="Aptos"/>
              </a:rPr>
              <a:t> in the Random</a:t>
            </a:r>
          </a:p>
          <a:p>
            <a:r>
              <a:rPr lang="en-US" sz="2600" b="1" dirty="0">
                <a:solidFill>
                  <a:srgbClr val="FFFFFF"/>
                </a:solidFill>
                <a:latin typeface="Aptos"/>
              </a:rPr>
              <a:t> Forest Model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50F21-117E-E66A-47DB-E5012D47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E9D53E-028A-ABFA-40A1-550B5A8EB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0" y="731520"/>
            <a:ext cx="5905500" cy="5394960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7BB2F143-6E54-0CBB-2A57-C249B3414E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6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87"/>
    </mc:Choice>
    <mc:Fallback xmlns="">
      <p:transition spd="slow" advTm="438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91596"/>
              </p:ext>
            </p:extLst>
          </p:nvPr>
        </p:nvGraphicFramePr>
        <p:xfrm>
          <a:off x="0" y="1744918"/>
          <a:ext cx="9144000" cy="265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>
                    <a:solidFill>
                      <a:srgbClr val="40B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0B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0B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0B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0B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0.805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0.650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0.575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0.610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0.719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0.470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0.463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0.466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0.787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0.622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0.511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/>
                        <a:t>0.561</a:t>
                      </a:r>
                    </a:p>
                  </a:txBody>
                  <a:tcPr>
                    <a:solidFill>
                      <a:srgbClr val="E2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4800600"/>
            <a:ext cx="9144000" cy="132588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3662" y="5015424"/>
            <a:ext cx="8810338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1. Logistic Regression performed best with 80.5% accuracy and the highest F1-score (0.610). 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>
              <a:solidFill>
                <a:srgbClr val="FFFFFF"/>
              </a:solidFill>
              <a:latin typeface="Aptos"/>
            </a:endParaRPr>
          </a:p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2. Five-fold cross-validation confirmed consistent performance, with Logistic Regression </a:t>
            </a:r>
          </a:p>
          <a:p>
            <a:r>
              <a:rPr lang="en-US" sz="1600" b="1" dirty="0">
                <a:solidFill>
                  <a:srgbClr val="FFFFFF"/>
                </a:solidFill>
                <a:latin typeface="Aptos"/>
              </a:rPr>
              <a:t>averaging 80.4% accuracy.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16BE-DC9C-52F0-FFD5-11F41409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1751"/>
            <a:ext cx="431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7BB0B1-D7F6-A3EA-B69E-52AB7E60487E}"/>
              </a:ext>
            </a:extLst>
          </p:cNvPr>
          <p:cNvSpPr txBox="1"/>
          <p:nvPr/>
        </p:nvSpPr>
        <p:spPr>
          <a:xfrm>
            <a:off x="0" y="4708"/>
            <a:ext cx="9144000" cy="13388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700" b="1" dirty="0">
                <a:solidFill>
                  <a:schemeClr val="bg1"/>
                </a:solidFill>
                <a:latin typeface="Aptos"/>
              </a:rPr>
              <a:t>    </a:t>
            </a:r>
          </a:p>
          <a:p>
            <a:pPr algn="l"/>
            <a:r>
              <a:rPr lang="en-US" sz="2700" b="1" dirty="0">
                <a:solidFill>
                  <a:schemeClr val="bg1"/>
                </a:solidFill>
                <a:latin typeface="Aptos"/>
              </a:rPr>
              <a:t>      Model Performance</a:t>
            </a:r>
          </a:p>
          <a:p>
            <a:pPr algn="l"/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46" name="Audio 45">
            <a:extLst>
              <a:ext uri="{FF2B5EF4-FFF2-40B4-BE49-F238E27FC236}">
                <a16:creationId xmlns:a16="http://schemas.microsoft.com/office/drawing/2014/main" id="{8E5DAE68-728B-9C5F-BF3C-486FFD186F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35"/>
    </mc:Choice>
    <mc:Fallback xmlns="">
      <p:transition spd="slow" advTm="584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82D"/>
          </a:solidFill>
          <a:ln>
            <a:solidFill>
              <a:srgbClr val="1E2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0" y="365760"/>
            <a:ext cx="3749039" cy="3749039"/>
          </a:xfrm>
          <a:prstGeom prst="ellipse">
            <a:avLst/>
          </a:prstGeom>
          <a:noFill/>
          <a:ln w="25400">
            <a:solidFill>
              <a:srgbClr val="6E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852160" y="1097280"/>
            <a:ext cx="2377440" cy="2377440"/>
          </a:xfrm>
          <a:prstGeom prst="ellipse">
            <a:avLst/>
          </a:prstGeom>
          <a:noFill/>
          <a:ln w="25400">
            <a:solidFill>
              <a:srgbClr val="6E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92240" y="1737360"/>
            <a:ext cx="1097280" cy="1097280"/>
          </a:xfrm>
          <a:prstGeom prst="ellipse">
            <a:avLst/>
          </a:prstGeom>
          <a:noFill/>
          <a:ln w="25400">
            <a:solidFill>
              <a:srgbClr val="6E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2560320" cy="512064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FFFFFF"/>
                </a:solidFill>
                <a:latin typeface="Aptos"/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960120"/>
            <a:ext cx="5760720" cy="5120640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5422B7-0991-F1FC-C8BC-A5DE4B6E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15" name="TextBox 8">
            <a:extLst>
              <a:ext uri="{FF2B5EF4-FFF2-40B4-BE49-F238E27FC236}">
                <a16:creationId xmlns:a16="http://schemas.microsoft.com/office/drawing/2014/main" id="{F0452426-0345-5ED1-DB81-BADA205E6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322233"/>
              </p:ext>
            </p:extLst>
          </p:nvPr>
        </p:nvGraphicFramePr>
        <p:xfrm>
          <a:off x="3063240" y="1508760"/>
          <a:ext cx="502920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7" name="Audio 16">
            <a:extLst>
              <a:ext uri="{FF2B5EF4-FFF2-40B4-BE49-F238E27FC236}">
                <a16:creationId xmlns:a16="http://schemas.microsoft.com/office/drawing/2014/main" id="{2B856783-1DAE-1B97-BFE7-E860A5D719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458"/>
    </mc:Choice>
    <mc:Fallback xmlns="">
      <p:transition spd="slow" advTm="45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2560320" cy="539496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03120"/>
            <a:ext cx="1920239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ptos"/>
              </a:rPr>
              <a:t>Limitations
&amp;
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22110" y="6445404"/>
            <a:ext cx="184730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endParaRPr sz="900" b="0" dirty="0">
              <a:solidFill>
                <a:srgbClr val="40B4CB"/>
              </a:solidFill>
              <a:latin typeface="Apto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E1601C8-7B3A-CED9-5D2D-CFA5D76B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4" name="TextBox 11">
            <a:extLst>
              <a:ext uri="{FF2B5EF4-FFF2-40B4-BE49-F238E27FC236}">
                <a16:creationId xmlns:a16="http://schemas.microsoft.com/office/drawing/2014/main" id="{578EE756-B7DD-5A49-BBC3-E1C0645CD1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714210"/>
              </p:ext>
            </p:extLst>
          </p:nvPr>
        </p:nvGraphicFramePr>
        <p:xfrm>
          <a:off x="2606677" y="731520"/>
          <a:ext cx="6215433" cy="5416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9" name="Audio 18">
            <a:extLst>
              <a:ext uri="{FF2B5EF4-FFF2-40B4-BE49-F238E27FC236}">
                <a16:creationId xmlns:a16="http://schemas.microsoft.com/office/drawing/2014/main" id="{6DD3D4C2-36E0-1A61-FF03-36E313EB1B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686"/>
    </mc:Choice>
    <mc:Fallback xmlns="">
      <p:transition spd="slow" advTm="44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464C"/>
          </a:solidFill>
          <a:ln>
            <a:solidFill>
              <a:srgbClr val="2A4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0" cy="137160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640080"/>
            <a:ext cx="914400" cy="1188720"/>
          </a:xfrm>
          <a:prstGeom prst="rect">
            <a:avLst/>
          </a:prstGeom>
          <a:solidFill>
            <a:srgbClr val="DAB546"/>
          </a:solidFill>
          <a:ln>
            <a:solidFill>
              <a:srgbClr val="DAB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749808"/>
            <a:ext cx="9144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365760"/>
            <a:ext cx="1188720" cy="1463040"/>
          </a:xfrm>
          <a:prstGeom prst="rect">
            <a:avLst/>
          </a:prstGeom>
          <a:solidFill>
            <a:srgbClr val="C35A69"/>
          </a:solidFill>
          <a:ln>
            <a:solidFill>
              <a:srgbClr val="C3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475488"/>
            <a:ext cx="118872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31520"/>
            <a:ext cx="914400" cy="1188720"/>
          </a:xfrm>
          <a:prstGeom prst="rect">
            <a:avLst/>
          </a:prstGeom>
          <a:solidFill>
            <a:srgbClr val="689C6B"/>
          </a:solidFill>
          <a:ln>
            <a:solidFill>
              <a:srgbClr val="689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841248"/>
            <a:ext cx="9144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411480"/>
            <a:ext cx="1188720" cy="146304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521208"/>
            <a:ext cx="118872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731520"/>
            <a:ext cx="1097280" cy="1371600"/>
          </a:xfrm>
          <a:prstGeom prst="rect">
            <a:avLst/>
          </a:prstGeom>
          <a:solidFill>
            <a:srgbClr val="DAB546"/>
          </a:solidFill>
          <a:ln>
            <a:solidFill>
              <a:srgbClr val="DAB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841248"/>
            <a:ext cx="10972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89120"/>
            <a:ext cx="1097280" cy="1371600"/>
          </a:xfrm>
          <a:prstGeom prst="rect">
            <a:avLst/>
          </a:prstGeom>
          <a:solidFill>
            <a:srgbClr val="C35A69"/>
          </a:solidFill>
          <a:ln>
            <a:solidFill>
              <a:srgbClr val="C3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972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663440"/>
            <a:ext cx="914400" cy="1188720"/>
          </a:xfrm>
          <a:prstGeom prst="rect">
            <a:avLst/>
          </a:prstGeom>
          <a:solidFill>
            <a:srgbClr val="689C6B"/>
          </a:solidFill>
          <a:ln>
            <a:solidFill>
              <a:srgbClr val="689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4773168"/>
            <a:ext cx="9144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1097280" cy="1371600"/>
          </a:xfrm>
          <a:prstGeom prst="rect">
            <a:avLst/>
          </a:prstGeom>
          <a:solidFill>
            <a:srgbClr val="40B4CB"/>
          </a:solidFill>
          <a:ln>
            <a:solidFill>
              <a:srgbClr val="40B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498848"/>
            <a:ext cx="10972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4572000"/>
            <a:ext cx="914400" cy="1188720"/>
          </a:xfrm>
          <a:prstGeom prst="rect">
            <a:avLst/>
          </a:prstGeom>
          <a:solidFill>
            <a:srgbClr val="DAB546"/>
          </a:solidFill>
          <a:ln>
            <a:solidFill>
              <a:srgbClr val="DAB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4681728"/>
            <a:ext cx="9144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91919"/>
                </a:solidFill>
                <a:latin typeface="Apto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514600"/>
            <a:ext cx="4572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576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29D4A5EB-400A-473C-5002-75210584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9822" y="6346889"/>
            <a:ext cx="11481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32176104-863B-82FF-BE86-31A5FEAF12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87"/>
    </mc:Choice>
    <mc:Fallback xmlns="">
      <p:transition spd="slow" advTm="141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1642</TotalTime>
  <Words>604</Words>
  <Application>Microsoft Macintosh PowerPoint</Application>
  <PresentationFormat>On-screen Show (4:3)</PresentationFormat>
  <Paragraphs>115</Paragraphs>
  <Slides>13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Corbel</vt:lpstr>
      <vt:lpstr>Wingdings 2</vt:lpstr>
      <vt:lpstr>Frame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GC</cp:lastModifiedBy>
  <cp:revision>61</cp:revision>
  <dcterms:created xsi:type="dcterms:W3CDTF">2013-01-27T09:14:16Z</dcterms:created>
  <dcterms:modified xsi:type="dcterms:W3CDTF">2026-08-20T18:30:39Z</dcterms:modified>
  <cp:category/>
</cp:coreProperties>
</file>