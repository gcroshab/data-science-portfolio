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3FE6847-0142-4E9E-B714-148BB367B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Tableau Generated Visuals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7D597F85-3D44-4A2E-BEF0-8D862DB556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File created on: 2/15/26 9:34:38 PM CST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V1: Mega Millions Number Distribution">
            <a:extLst>
              <a:ext uri="{FF2B5EF4-FFF2-40B4-BE49-F238E27FC236}">
                <a16:creationId xmlns:a16="http://schemas.microsoft.com/office/drawing/2014/main" id="{59AE40C3-8A29-4E8F-B6C1-33BCC5846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346" y="0"/>
            <a:ext cx="8069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V2: Powerball Number Distribution">
            <a:extLst>
              <a:ext uri="{FF2B5EF4-FFF2-40B4-BE49-F238E27FC236}">
                <a16:creationId xmlns:a16="http://schemas.microsoft.com/office/drawing/2014/main" id="{C55A1F12-CC98-4AC6-9364-CF2CCB93A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41" y="0"/>
            <a:ext cx="952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V3: Pick10 Denisty">
            <a:extLst>
              <a:ext uri="{FF2B5EF4-FFF2-40B4-BE49-F238E27FC236}">
                <a16:creationId xmlns:a16="http://schemas.microsoft.com/office/drawing/2014/main" id="{8C4D0271-5FF9-4309-BFB1-69D1DCF79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41" y="0"/>
            <a:ext cx="952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V4: Mega Scatterplot">
            <a:extLst>
              <a:ext uri="{FF2B5EF4-FFF2-40B4-BE49-F238E27FC236}">
                <a16:creationId xmlns:a16="http://schemas.microsoft.com/office/drawing/2014/main" id="{FF078532-78B1-4437-A6EB-EC2BE0DBA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318" y="0"/>
            <a:ext cx="62113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V5: Mega Bubble">
            <a:extLst>
              <a:ext uri="{FF2B5EF4-FFF2-40B4-BE49-F238E27FC236}">
                <a16:creationId xmlns:a16="http://schemas.microsoft.com/office/drawing/2014/main" id="{7137B0E8-8D0A-4460-B657-845860FDD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44" y="0"/>
            <a:ext cx="89163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V6: Small Multiple comparison">
            <a:extLst>
              <a:ext uri="{FF2B5EF4-FFF2-40B4-BE49-F238E27FC236}">
                <a16:creationId xmlns:a16="http://schemas.microsoft.com/office/drawing/2014/main" id="{378F57FF-B9D5-4E10-A010-2026D5F13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Tableau Generated Visuals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Roshan GC</cp:lastModifiedBy>
  <cp:revision>2</cp:revision>
  <dcterms:created xsi:type="dcterms:W3CDTF">2026-02-16T03:34:39Z</dcterms:created>
  <dcterms:modified xsi:type="dcterms:W3CDTF">2026-07-05T22:55:23Z</dcterms:modified>
</cp:coreProperties>
</file>