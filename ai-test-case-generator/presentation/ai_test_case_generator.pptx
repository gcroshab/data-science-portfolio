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934"/>
  </p:normalViewPr>
  <p:slideViewPr>
    <p:cSldViewPr snapToGrid="0" snapToObjects="1">
      <p:cViewPr>
        <p:scale>
          <a:sx n="103" d="100"/>
          <a:sy n="103" d="100"/>
        </p:scale>
        <p:origin x="1880" y="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0EBB8E-FC54-4DB5-B7B3-8F65C03698F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1AD1FA-5A7A-48F2-A3CD-BA2895F9BE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milestone project uses the fine-tuned OpenAI model to generate structured QA test cases.</a:t>
          </a:r>
        </a:p>
      </dgm:t>
    </dgm:pt>
    <dgm:pt modelId="{4D0C9F50-6044-40F3-9141-CE660B83AED9}" type="parTrans" cxnId="{7CC0E70B-C1FF-4BC5-9477-DF3DBEC5259D}">
      <dgm:prSet/>
      <dgm:spPr/>
      <dgm:t>
        <a:bodyPr/>
        <a:lstStyle/>
        <a:p>
          <a:endParaRPr lang="en-US"/>
        </a:p>
      </dgm:t>
    </dgm:pt>
    <dgm:pt modelId="{5E1744BE-90FC-4966-AD1B-75D18B41CB7E}" type="sibTrans" cxnId="{7CC0E70B-C1FF-4BC5-9477-DF3DBEC5259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7C17200-9F44-4BBB-AECF-F8638CDB52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application is developed by using Python and Streamlit.</a:t>
          </a:r>
          <a:endParaRPr lang="en-US" dirty="0"/>
        </a:p>
      </dgm:t>
    </dgm:pt>
    <dgm:pt modelId="{41B8C265-FFDA-4D5C-BA06-BFF4D1794454}" type="parTrans" cxnId="{E83A456F-3B59-429E-8CF7-D722F86EBB9D}">
      <dgm:prSet/>
      <dgm:spPr/>
      <dgm:t>
        <a:bodyPr/>
        <a:lstStyle/>
        <a:p>
          <a:endParaRPr lang="en-US"/>
        </a:p>
      </dgm:t>
    </dgm:pt>
    <dgm:pt modelId="{3FD7B156-AF7A-4F60-A5EF-DD1A5536FEE5}" type="sibTrans" cxnId="{E83A456F-3B59-429E-8CF7-D722F86EBB9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F637F69-9BA3-4C7C-B0BD-C3C77BAF02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Users can enter software requirements and application automatically generates the  detailed QA test test cases.</a:t>
          </a:r>
        </a:p>
      </dgm:t>
    </dgm:pt>
    <dgm:pt modelId="{887F7DEA-BC09-4A4E-B517-9B70C8B3407A}" type="parTrans" cxnId="{073E97C3-0B91-4CF3-9F32-A4670E97CA46}">
      <dgm:prSet/>
      <dgm:spPr/>
      <dgm:t>
        <a:bodyPr/>
        <a:lstStyle/>
        <a:p>
          <a:endParaRPr lang="en-US"/>
        </a:p>
      </dgm:t>
    </dgm:pt>
    <dgm:pt modelId="{77AA4F82-8A0E-48B5-8B2D-DF1B538F525B}" type="sibTrans" cxnId="{073E97C3-0B91-4CF3-9F32-A4670E97CA4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12481BB-0DD8-4A0C-A032-BB6EC21FF9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Generated outputs include functional, negative, security etc test cases.</a:t>
          </a:r>
        </a:p>
      </dgm:t>
    </dgm:pt>
    <dgm:pt modelId="{9B63707D-B579-4B1F-A097-A6514FAFBBC0}" type="parTrans" cxnId="{1DBECF7F-841A-453D-96B8-0C3039E438D5}">
      <dgm:prSet/>
      <dgm:spPr/>
      <dgm:t>
        <a:bodyPr/>
        <a:lstStyle/>
        <a:p>
          <a:endParaRPr lang="en-US"/>
        </a:p>
      </dgm:t>
    </dgm:pt>
    <dgm:pt modelId="{AE87BEDC-848C-4657-999D-0DA243407B71}" type="sibTrans" cxnId="{1DBECF7F-841A-453D-96B8-0C3039E438D5}">
      <dgm:prSet/>
      <dgm:spPr/>
      <dgm:t>
        <a:bodyPr/>
        <a:lstStyle/>
        <a:p>
          <a:endParaRPr lang="en-US"/>
        </a:p>
      </dgm:t>
    </dgm:pt>
    <dgm:pt modelId="{F24471F2-F917-4C27-B29F-DDD745B749A8}" type="pres">
      <dgm:prSet presAssocID="{360EBB8E-FC54-4DB5-B7B3-8F65C03698FF}" presName="root" presStyleCnt="0">
        <dgm:presLayoutVars>
          <dgm:dir/>
          <dgm:resizeHandles val="exact"/>
        </dgm:presLayoutVars>
      </dgm:prSet>
      <dgm:spPr/>
    </dgm:pt>
    <dgm:pt modelId="{70D60D1A-469A-4061-834E-F06F0A24269D}" type="pres">
      <dgm:prSet presAssocID="{841AD1FA-5A7A-48F2-A3CD-BA2895F9BE6B}" presName="compNode" presStyleCnt="0"/>
      <dgm:spPr/>
    </dgm:pt>
    <dgm:pt modelId="{9A97BA98-B977-4FAC-9089-50039AD448E0}" type="pres">
      <dgm:prSet presAssocID="{841AD1FA-5A7A-48F2-A3CD-BA2895F9BE6B}" presName="bgRect" presStyleLbl="bgShp" presStyleIdx="0" presStyleCnt="4"/>
      <dgm:spPr/>
    </dgm:pt>
    <dgm:pt modelId="{735F9C2D-AF62-4653-AE3B-3C29B3504613}" type="pres">
      <dgm:prSet presAssocID="{841AD1FA-5A7A-48F2-A3CD-BA2895F9BE6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4064DC6-ABD6-44DF-84FE-2787C970B602}" type="pres">
      <dgm:prSet presAssocID="{841AD1FA-5A7A-48F2-A3CD-BA2895F9BE6B}" presName="spaceRect" presStyleCnt="0"/>
      <dgm:spPr/>
    </dgm:pt>
    <dgm:pt modelId="{4D6BB1A7-A018-4DBA-8B95-D2A9B49F1D9F}" type="pres">
      <dgm:prSet presAssocID="{841AD1FA-5A7A-48F2-A3CD-BA2895F9BE6B}" presName="parTx" presStyleLbl="revTx" presStyleIdx="0" presStyleCnt="4">
        <dgm:presLayoutVars>
          <dgm:chMax val="0"/>
          <dgm:chPref val="0"/>
        </dgm:presLayoutVars>
      </dgm:prSet>
      <dgm:spPr/>
    </dgm:pt>
    <dgm:pt modelId="{CF02A0FB-AF57-42B0-BAEF-DD42F5901847}" type="pres">
      <dgm:prSet presAssocID="{5E1744BE-90FC-4966-AD1B-75D18B41CB7E}" presName="sibTrans" presStyleCnt="0"/>
      <dgm:spPr/>
    </dgm:pt>
    <dgm:pt modelId="{7C966F7B-8337-45C5-A362-D9CBE6C81A66}" type="pres">
      <dgm:prSet presAssocID="{57C17200-9F44-4BBB-AECF-F8638CDB5257}" presName="compNode" presStyleCnt="0"/>
      <dgm:spPr/>
    </dgm:pt>
    <dgm:pt modelId="{28D38830-FE5C-4021-8F54-3943CD4DD311}" type="pres">
      <dgm:prSet presAssocID="{57C17200-9F44-4BBB-AECF-F8638CDB5257}" presName="bgRect" presStyleLbl="bgShp" presStyleIdx="1" presStyleCnt="4"/>
      <dgm:spPr/>
    </dgm:pt>
    <dgm:pt modelId="{7345368F-B959-4FB3-A27D-000D378AF123}" type="pres">
      <dgm:prSet presAssocID="{57C17200-9F44-4BBB-AECF-F8638CDB525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8D34435-215A-4102-A025-E143682F621C}" type="pres">
      <dgm:prSet presAssocID="{57C17200-9F44-4BBB-AECF-F8638CDB5257}" presName="spaceRect" presStyleCnt="0"/>
      <dgm:spPr/>
    </dgm:pt>
    <dgm:pt modelId="{B338B880-065B-4B89-84FA-2E9F0769982A}" type="pres">
      <dgm:prSet presAssocID="{57C17200-9F44-4BBB-AECF-F8638CDB5257}" presName="parTx" presStyleLbl="revTx" presStyleIdx="1" presStyleCnt="4">
        <dgm:presLayoutVars>
          <dgm:chMax val="0"/>
          <dgm:chPref val="0"/>
        </dgm:presLayoutVars>
      </dgm:prSet>
      <dgm:spPr/>
    </dgm:pt>
    <dgm:pt modelId="{4F182D8D-9BF8-4935-8B68-280F2C140776}" type="pres">
      <dgm:prSet presAssocID="{3FD7B156-AF7A-4F60-A5EF-DD1A5536FEE5}" presName="sibTrans" presStyleCnt="0"/>
      <dgm:spPr/>
    </dgm:pt>
    <dgm:pt modelId="{B8770A0B-DC69-4C56-AEED-C004551B50F5}" type="pres">
      <dgm:prSet presAssocID="{2F637F69-9BA3-4C7C-B0BD-C3C77BAF02D7}" presName="compNode" presStyleCnt="0"/>
      <dgm:spPr/>
    </dgm:pt>
    <dgm:pt modelId="{946477C4-C323-412F-9DB9-1F4449A9541D}" type="pres">
      <dgm:prSet presAssocID="{2F637F69-9BA3-4C7C-B0BD-C3C77BAF02D7}" presName="bgRect" presStyleLbl="bgShp" presStyleIdx="2" presStyleCnt="4"/>
      <dgm:spPr/>
    </dgm:pt>
    <dgm:pt modelId="{927794FF-3862-49C2-846B-95C6CA6EC9A8}" type="pres">
      <dgm:prSet presAssocID="{2F637F69-9BA3-4C7C-B0BD-C3C77BAF02D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B7C079D-A424-4E48-997F-3BB109049344}" type="pres">
      <dgm:prSet presAssocID="{2F637F69-9BA3-4C7C-B0BD-C3C77BAF02D7}" presName="spaceRect" presStyleCnt="0"/>
      <dgm:spPr/>
    </dgm:pt>
    <dgm:pt modelId="{F3FD07B5-1BA1-4F6C-A30A-5EED6E1DB7ED}" type="pres">
      <dgm:prSet presAssocID="{2F637F69-9BA3-4C7C-B0BD-C3C77BAF02D7}" presName="parTx" presStyleLbl="revTx" presStyleIdx="2" presStyleCnt="4">
        <dgm:presLayoutVars>
          <dgm:chMax val="0"/>
          <dgm:chPref val="0"/>
        </dgm:presLayoutVars>
      </dgm:prSet>
      <dgm:spPr/>
    </dgm:pt>
    <dgm:pt modelId="{3F87D31D-9250-487E-BB73-54AA58F4E5F7}" type="pres">
      <dgm:prSet presAssocID="{77AA4F82-8A0E-48B5-8B2D-DF1B538F525B}" presName="sibTrans" presStyleCnt="0"/>
      <dgm:spPr/>
    </dgm:pt>
    <dgm:pt modelId="{D69DC64E-5FAC-4562-B7EC-8FC0DD510F1A}" type="pres">
      <dgm:prSet presAssocID="{012481BB-0DD8-4A0C-A032-BB6EC21FF90B}" presName="compNode" presStyleCnt="0"/>
      <dgm:spPr/>
    </dgm:pt>
    <dgm:pt modelId="{FB63D5C9-986D-4223-805B-BCD81B088E4A}" type="pres">
      <dgm:prSet presAssocID="{012481BB-0DD8-4A0C-A032-BB6EC21FF90B}" presName="bgRect" presStyleLbl="bgShp" presStyleIdx="3" presStyleCnt="4"/>
      <dgm:spPr/>
    </dgm:pt>
    <dgm:pt modelId="{8BFBB1D8-0DE9-4DC2-91E2-930B94E461B8}" type="pres">
      <dgm:prSet presAssocID="{012481BB-0DD8-4A0C-A032-BB6EC21FF90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7C8F2FC-4034-458C-9001-EE0740B2E9CD}" type="pres">
      <dgm:prSet presAssocID="{012481BB-0DD8-4A0C-A032-BB6EC21FF90B}" presName="spaceRect" presStyleCnt="0"/>
      <dgm:spPr/>
    </dgm:pt>
    <dgm:pt modelId="{210F9FAC-48DE-4237-9950-0E1849A13C2A}" type="pres">
      <dgm:prSet presAssocID="{012481BB-0DD8-4A0C-A032-BB6EC21FF90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CC0E70B-C1FF-4BC5-9477-DF3DBEC5259D}" srcId="{360EBB8E-FC54-4DB5-B7B3-8F65C03698FF}" destId="{841AD1FA-5A7A-48F2-A3CD-BA2895F9BE6B}" srcOrd="0" destOrd="0" parTransId="{4D0C9F50-6044-40F3-9141-CE660B83AED9}" sibTransId="{5E1744BE-90FC-4966-AD1B-75D18B41CB7E}"/>
    <dgm:cxn modelId="{A484B826-717B-AC40-B14A-163CDA4425DF}" type="presOf" srcId="{360EBB8E-FC54-4DB5-B7B3-8F65C03698FF}" destId="{F24471F2-F917-4C27-B29F-DDD745B749A8}" srcOrd="0" destOrd="0" presId="urn:microsoft.com/office/officeart/2018/2/layout/IconVerticalSolidList"/>
    <dgm:cxn modelId="{75C37E46-99EB-5545-BE44-D37B7AC22B0D}" type="presOf" srcId="{2F637F69-9BA3-4C7C-B0BD-C3C77BAF02D7}" destId="{F3FD07B5-1BA1-4F6C-A30A-5EED6E1DB7ED}" srcOrd="0" destOrd="0" presId="urn:microsoft.com/office/officeart/2018/2/layout/IconVerticalSolidList"/>
    <dgm:cxn modelId="{5C17E45C-D7E5-D141-9CBD-A67C7674BE4F}" type="presOf" srcId="{841AD1FA-5A7A-48F2-A3CD-BA2895F9BE6B}" destId="{4D6BB1A7-A018-4DBA-8B95-D2A9B49F1D9F}" srcOrd="0" destOrd="0" presId="urn:microsoft.com/office/officeart/2018/2/layout/IconVerticalSolidList"/>
    <dgm:cxn modelId="{E83A456F-3B59-429E-8CF7-D722F86EBB9D}" srcId="{360EBB8E-FC54-4DB5-B7B3-8F65C03698FF}" destId="{57C17200-9F44-4BBB-AECF-F8638CDB5257}" srcOrd="1" destOrd="0" parTransId="{41B8C265-FFDA-4D5C-BA06-BFF4D1794454}" sibTransId="{3FD7B156-AF7A-4F60-A5EF-DD1A5536FEE5}"/>
    <dgm:cxn modelId="{1DBECF7F-841A-453D-96B8-0C3039E438D5}" srcId="{360EBB8E-FC54-4DB5-B7B3-8F65C03698FF}" destId="{012481BB-0DD8-4A0C-A032-BB6EC21FF90B}" srcOrd="3" destOrd="0" parTransId="{9B63707D-B579-4B1F-A097-A6514FAFBBC0}" sibTransId="{AE87BEDC-848C-4657-999D-0DA243407B71}"/>
    <dgm:cxn modelId="{073E97C3-0B91-4CF3-9F32-A4670E97CA46}" srcId="{360EBB8E-FC54-4DB5-B7B3-8F65C03698FF}" destId="{2F637F69-9BA3-4C7C-B0BD-C3C77BAF02D7}" srcOrd="2" destOrd="0" parTransId="{887F7DEA-BC09-4A4E-B517-9B70C8B3407A}" sibTransId="{77AA4F82-8A0E-48B5-8B2D-DF1B538F525B}"/>
    <dgm:cxn modelId="{41CAD8C3-C7D1-EA48-A17D-E2B5721D52A1}" type="presOf" srcId="{012481BB-0DD8-4A0C-A032-BB6EC21FF90B}" destId="{210F9FAC-48DE-4237-9950-0E1849A13C2A}" srcOrd="0" destOrd="0" presId="urn:microsoft.com/office/officeart/2018/2/layout/IconVerticalSolidList"/>
    <dgm:cxn modelId="{FA9F88FA-4716-7D4A-9202-2B0694BFE7E0}" type="presOf" srcId="{57C17200-9F44-4BBB-AECF-F8638CDB5257}" destId="{B338B880-065B-4B89-84FA-2E9F0769982A}" srcOrd="0" destOrd="0" presId="urn:microsoft.com/office/officeart/2018/2/layout/IconVerticalSolidList"/>
    <dgm:cxn modelId="{9EAD4E2D-6644-AF49-88D1-E9A8277F8A78}" type="presParOf" srcId="{F24471F2-F917-4C27-B29F-DDD745B749A8}" destId="{70D60D1A-469A-4061-834E-F06F0A24269D}" srcOrd="0" destOrd="0" presId="urn:microsoft.com/office/officeart/2018/2/layout/IconVerticalSolidList"/>
    <dgm:cxn modelId="{6CB1AFA9-9DFD-DE46-8F8F-CEB53A6F7AA2}" type="presParOf" srcId="{70D60D1A-469A-4061-834E-F06F0A24269D}" destId="{9A97BA98-B977-4FAC-9089-50039AD448E0}" srcOrd="0" destOrd="0" presId="urn:microsoft.com/office/officeart/2018/2/layout/IconVerticalSolidList"/>
    <dgm:cxn modelId="{7BDDABB1-B08D-7F45-9D6F-BAC7D4DDA83E}" type="presParOf" srcId="{70D60D1A-469A-4061-834E-F06F0A24269D}" destId="{735F9C2D-AF62-4653-AE3B-3C29B3504613}" srcOrd="1" destOrd="0" presId="urn:microsoft.com/office/officeart/2018/2/layout/IconVerticalSolidList"/>
    <dgm:cxn modelId="{A997F2BD-E548-CB40-A579-4EF963B1ABC0}" type="presParOf" srcId="{70D60D1A-469A-4061-834E-F06F0A24269D}" destId="{24064DC6-ABD6-44DF-84FE-2787C970B602}" srcOrd="2" destOrd="0" presId="urn:microsoft.com/office/officeart/2018/2/layout/IconVerticalSolidList"/>
    <dgm:cxn modelId="{C830856F-F71D-C140-9B79-0208CA139460}" type="presParOf" srcId="{70D60D1A-469A-4061-834E-F06F0A24269D}" destId="{4D6BB1A7-A018-4DBA-8B95-D2A9B49F1D9F}" srcOrd="3" destOrd="0" presId="urn:microsoft.com/office/officeart/2018/2/layout/IconVerticalSolidList"/>
    <dgm:cxn modelId="{D057F2AF-3380-B84B-A6E8-EFBCDBC23A99}" type="presParOf" srcId="{F24471F2-F917-4C27-B29F-DDD745B749A8}" destId="{CF02A0FB-AF57-42B0-BAEF-DD42F5901847}" srcOrd="1" destOrd="0" presId="urn:microsoft.com/office/officeart/2018/2/layout/IconVerticalSolidList"/>
    <dgm:cxn modelId="{9B3AAB9D-F6F0-9541-961C-8EF87B797851}" type="presParOf" srcId="{F24471F2-F917-4C27-B29F-DDD745B749A8}" destId="{7C966F7B-8337-45C5-A362-D9CBE6C81A66}" srcOrd="2" destOrd="0" presId="urn:microsoft.com/office/officeart/2018/2/layout/IconVerticalSolidList"/>
    <dgm:cxn modelId="{7AD2E097-75ED-EB4A-9FD8-FE1612BFA184}" type="presParOf" srcId="{7C966F7B-8337-45C5-A362-D9CBE6C81A66}" destId="{28D38830-FE5C-4021-8F54-3943CD4DD311}" srcOrd="0" destOrd="0" presId="urn:microsoft.com/office/officeart/2018/2/layout/IconVerticalSolidList"/>
    <dgm:cxn modelId="{5B98685F-C3BA-B147-A35A-7318B1B09CE0}" type="presParOf" srcId="{7C966F7B-8337-45C5-A362-D9CBE6C81A66}" destId="{7345368F-B959-4FB3-A27D-000D378AF123}" srcOrd="1" destOrd="0" presId="urn:microsoft.com/office/officeart/2018/2/layout/IconVerticalSolidList"/>
    <dgm:cxn modelId="{156AF292-26BD-C54B-960B-212916425EAF}" type="presParOf" srcId="{7C966F7B-8337-45C5-A362-D9CBE6C81A66}" destId="{58D34435-215A-4102-A025-E143682F621C}" srcOrd="2" destOrd="0" presId="urn:microsoft.com/office/officeart/2018/2/layout/IconVerticalSolidList"/>
    <dgm:cxn modelId="{433CA912-0159-5C4A-A660-A83E1A752E8D}" type="presParOf" srcId="{7C966F7B-8337-45C5-A362-D9CBE6C81A66}" destId="{B338B880-065B-4B89-84FA-2E9F0769982A}" srcOrd="3" destOrd="0" presId="urn:microsoft.com/office/officeart/2018/2/layout/IconVerticalSolidList"/>
    <dgm:cxn modelId="{6A732608-71DD-674B-8B50-71A4DF712B00}" type="presParOf" srcId="{F24471F2-F917-4C27-B29F-DDD745B749A8}" destId="{4F182D8D-9BF8-4935-8B68-280F2C140776}" srcOrd="3" destOrd="0" presId="urn:microsoft.com/office/officeart/2018/2/layout/IconVerticalSolidList"/>
    <dgm:cxn modelId="{FA3770E8-B17E-5E4E-B93C-DB234C336319}" type="presParOf" srcId="{F24471F2-F917-4C27-B29F-DDD745B749A8}" destId="{B8770A0B-DC69-4C56-AEED-C004551B50F5}" srcOrd="4" destOrd="0" presId="urn:microsoft.com/office/officeart/2018/2/layout/IconVerticalSolidList"/>
    <dgm:cxn modelId="{2CC4F70F-FABE-594C-8340-9A7B4B75590B}" type="presParOf" srcId="{B8770A0B-DC69-4C56-AEED-C004551B50F5}" destId="{946477C4-C323-412F-9DB9-1F4449A9541D}" srcOrd="0" destOrd="0" presId="urn:microsoft.com/office/officeart/2018/2/layout/IconVerticalSolidList"/>
    <dgm:cxn modelId="{9527A6F1-E237-B540-B78C-8D7311454A27}" type="presParOf" srcId="{B8770A0B-DC69-4C56-AEED-C004551B50F5}" destId="{927794FF-3862-49C2-846B-95C6CA6EC9A8}" srcOrd="1" destOrd="0" presId="urn:microsoft.com/office/officeart/2018/2/layout/IconVerticalSolidList"/>
    <dgm:cxn modelId="{31EDC8A4-9712-7742-BD90-A01F37379887}" type="presParOf" srcId="{B8770A0B-DC69-4C56-AEED-C004551B50F5}" destId="{4B7C079D-A424-4E48-997F-3BB109049344}" srcOrd="2" destOrd="0" presId="urn:microsoft.com/office/officeart/2018/2/layout/IconVerticalSolidList"/>
    <dgm:cxn modelId="{C78B019A-0F84-F242-A7AB-DEDC5ED5C435}" type="presParOf" srcId="{B8770A0B-DC69-4C56-AEED-C004551B50F5}" destId="{F3FD07B5-1BA1-4F6C-A30A-5EED6E1DB7ED}" srcOrd="3" destOrd="0" presId="urn:microsoft.com/office/officeart/2018/2/layout/IconVerticalSolidList"/>
    <dgm:cxn modelId="{6577DEE8-F456-0348-95A1-075BF3217341}" type="presParOf" srcId="{F24471F2-F917-4C27-B29F-DDD745B749A8}" destId="{3F87D31D-9250-487E-BB73-54AA58F4E5F7}" srcOrd="5" destOrd="0" presId="urn:microsoft.com/office/officeart/2018/2/layout/IconVerticalSolidList"/>
    <dgm:cxn modelId="{76A996C2-F81D-7840-AE7A-1BA68F4FB034}" type="presParOf" srcId="{F24471F2-F917-4C27-B29F-DDD745B749A8}" destId="{D69DC64E-5FAC-4562-B7EC-8FC0DD510F1A}" srcOrd="6" destOrd="0" presId="urn:microsoft.com/office/officeart/2018/2/layout/IconVerticalSolidList"/>
    <dgm:cxn modelId="{EAB32378-68D1-3943-A8AD-37E307E3CD2D}" type="presParOf" srcId="{D69DC64E-5FAC-4562-B7EC-8FC0DD510F1A}" destId="{FB63D5C9-986D-4223-805B-BCD81B088E4A}" srcOrd="0" destOrd="0" presId="urn:microsoft.com/office/officeart/2018/2/layout/IconVerticalSolidList"/>
    <dgm:cxn modelId="{BACAEA07-FFAF-D24C-863F-877D86AE2E02}" type="presParOf" srcId="{D69DC64E-5FAC-4562-B7EC-8FC0DD510F1A}" destId="{8BFBB1D8-0DE9-4DC2-91E2-930B94E461B8}" srcOrd="1" destOrd="0" presId="urn:microsoft.com/office/officeart/2018/2/layout/IconVerticalSolidList"/>
    <dgm:cxn modelId="{4AB62783-5240-1749-8382-DE674EC2CC3F}" type="presParOf" srcId="{D69DC64E-5FAC-4562-B7EC-8FC0DD510F1A}" destId="{E7C8F2FC-4034-458C-9001-EE0740B2E9CD}" srcOrd="2" destOrd="0" presId="urn:microsoft.com/office/officeart/2018/2/layout/IconVerticalSolidList"/>
    <dgm:cxn modelId="{BD14EC48-32C6-AB41-9CA1-4EFC7B0967C3}" type="presParOf" srcId="{D69DC64E-5FAC-4562-B7EC-8FC0DD510F1A}" destId="{210F9FAC-48DE-4237-9950-0E1849A13C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86A481-50DF-4A57-8929-3632FC55C6AB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6F377B0-7B72-485D-9CA1-18D543A3E6F7}">
      <dgm:prSet/>
      <dgm:spPr/>
      <dgm:t>
        <a:bodyPr/>
        <a:lstStyle/>
        <a:p>
          <a:r>
            <a:rPr lang="en-US"/>
            <a:t>A QA-focused dataset was created using multiple software requirement examples.</a:t>
          </a:r>
        </a:p>
      </dgm:t>
    </dgm:pt>
    <dgm:pt modelId="{DC513638-8D51-45E6-896D-5CC79BF833E9}" type="parTrans" cxnId="{28E3697B-5302-49B5-BFEB-22F8CED6B1FD}">
      <dgm:prSet/>
      <dgm:spPr/>
      <dgm:t>
        <a:bodyPr/>
        <a:lstStyle/>
        <a:p>
          <a:endParaRPr lang="en-US"/>
        </a:p>
      </dgm:t>
    </dgm:pt>
    <dgm:pt modelId="{229C9DFA-13C9-49CB-95E5-250C74490F7B}" type="sibTrans" cxnId="{28E3697B-5302-49B5-BFEB-22F8CED6B1FD}">
      <dgm:prSet/>
      <dgm:spPr/>
      <dgm:t>
        <a:bodyPr/>
        <a:lstStyle/>
        <a:p>
          <a:endParaRPr lang="en-US"/>
        </a:p>
      </dgm:t>
    </dgm:pt>
    <dgm:pt modelId="{F34610BA-BCCA-4168-BAA3-177EE96E5CE5}">
      <dgm:prSet/>
      <dgm:spPr/>
      <dgm:t>
        <a:bodyPr/>
        <a:lstStyle/>
        <a:p>
          <a:r>
            <a:rPr lang="en-US"/>
            <a:t>Training data was transformed into JSONL format for OpenAI fine-tuning.</a:t>
          </a:r>
        </a:p>
      </dgm:t>
    </dgm:pt>
    <dgm:pt modelId="{5D1ED7C4-82BA-41A3-B551-5C3584A4025C}" type="parTrans" cxnId="{8E10D45C-C1C6-4060-B9D7-8B424D6CCBD4}">
      <dgm:prSet/>
      <dgm:spPr/>
      <dgm:t>
        <a:bodyPr/>
        <a:lstStyle/>
        <a:p>
          <a:endParaRPr lang="en-US"/>
        </a:p>
      </dgm:t>
    </dgm:pt>
    <dgm:pt modelId="{EA7E5FC4-D6D8-4192-A4E1-E5A7BDC732B2}" type="sibTrans" cxnId="{8E10D45C-C1C6-4060-B9D7-8B424D6CCBD4}">
      <dgm:prSet/>
      <dgm:spPr/>
      <dgm:t>
        <a:bodyPr/>
        <a:lstStyle/>
        <a:p>
          <a:endParaRPr lang="en-US"/>
        </a:p>
      </dgm:t>
    </dgm:pt>
    <dgm:pt modelId="{07E5A7AA-D79F-40B8-9282-889535BEE3F0}">
      <dgm:prSet/>
      <dgm:spPr/>
      <dgm:t>
        <a:bodyPr/>
        <a:lstStyle/>
        <a:p>
          <a:r>
            <a:rPr lang="en-US"/>
            <a:t>The fine-tuned model was trained using the OpenAI API.</a:t>
          </a:r>
        </a:p>
      </dgm:t>
    </dgm:pt>
    <dgm:pt modelId="{2734F7A7-5CF5-443F-85D2-58FE5F65B036}" type="parTrans" cxnId="{E7206E24-029E-4B43-867B-4E673E3B5E71}">
      <dgm:prSet/>
      <dgm:spPr/>
      <dgm:t>
        <a:bodyPr/>
        <a:lstStyle/>
        <a:p>
          <a:endParaRPr lang="en-US"/>
        </a:p>
      </dgm:t>
    </dgm:pt>
    <dgm:pt modelId="{616E7723-4658-40A6-9BB4-82E55EFE08BE}" type="sibTrans" cxnId="{E7206E24-029E-4B43-867B-4E673E3B5E71}">
      <dgm:prSet/>
      <dgm:spPr/>
      <dgm:t>
        <a:bodyPr/>
        <a:lstStyle/>
        <a:p>
          <a:endParaRPr lang="en-US"/>
        </a:p>
      </dgm:t>
    </dgm:pt>
    <dgm:pt modelId="{5D3F25E6-38B7-4ABA-8A0B-B5905B9CDF16}">
      <dgm:prSet/>
      <dgm:spPr/>
      <dgm:t>
        <a:bodyPr/>
        <a:lstStyle/>
        <a:p>
          <a:r>
            <a:rPr lang="en-US"/>
            <a:t>Training metrics and generated outputs were reviewed after the job succeeded.</a:t>
          </a:r>
        </a:p>
      </dgm:t>
    </dgm:pt>
    <dgm:pt modelId="{2D55F99F-A60F-4517-B282-E50C57D50A44}" type="parTrans" cxnId="{36A41EF2-A223-464B-9B64-FAAC831827BF}">
      <dgm:prSet/>
      <dgm:spPr/>
      <dgm:t>
        <a:bodyPr/>
        <a:lstStyle/>
        <a:p>
          <a:endParaRPr lang="en-US"/>
        </a:p>
      </dgm:t>
    </dgm:pt>
    <dgm:pt modelId="{EA3ECCE2-11D9-4E87-8B84-306E49D4C57F}" type="sibTrans" cxnId="{36A41EF2-A223-464B-9B64-FAAC831827BF}">
      <dgm:prSet/>
      <dgm:spPr/>
      <dgm:t>
        <a:bodyPr/>
        <a:lstStyle/>
        <a:p>
          <a:endParaRPr lang="en-US"/>
        </a:p>
      </dgm:t>
    </dgm:pt>
    <dgm:pt modelId="{D61802F1-A4C0-FA4E-9A5B-FA9FFD9AFEAE}" type="pres">
      <dgm:prSet presAssocID="{2386A481-50DF-4A57-8929-3632FC55C6AB}" presName="matrix" presStyleCnt="0">
        <dgm:presLayoutVars>
          <dgm:chMax val="1"/>
          <dgm:dir/>
          <dgm:resizeHandles val="exact"/>
        </dgm:presLayoutVars>
      </dgm:prSet>
      <dgm:spPr/>
    </dgm:pt>
    <dgm:pt modelId="{7B4F6D60-2067-2240-9388-D34446969232}" type="pres">
      <dgm:prSet presAssocID="{2386A481-50DF-4A57-8929-3632FC55C6AB}" presName="diamond" presStyleLbl="bgShp" presStyleIdx="0" presStyleCnt="1"/>
      <dgm:spPr/>
    </dgm:pt>
    <dgm:pt modelId="{73E892C7-B9F5-8243-83EE-5C6B281B719E}" type="pres">
      <dgm:prSet presAssocID="{2386A481-50DF-4A57-8929-3632FC55C6A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8EE4612-E42F-834E-9F5E-8D04C7DA72E1}" type="pres">
      <dgm:prSet presAssocID="{2386A481-50DF-4A57-8929-3632FC55C6A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90AF94A-AD14-D94C-AF4B-2A69F384B09E}" type="pres">
      <dgm:prSet presAssocID="{2386A481-50DF-4A57-8929-3632FC55C6A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CC7F745-21B9-B34C-B0D6-894B2D89EBFB}" type="pres">
      <dgm:prSet presAssocID="{2386A481-50DF-4A57-8929-3632FC55C6A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7921C0E-D020-3E43-AA63-E5AED9816F97}" type="presOf" srcId="{5D3F25E6-38B7-4ABA-8A0B-B5905B9CDF16}" destId="{4CC7F745-21B9-B34C-B0D6-894B2D89EBFB}" srcOrd="0" destOrd="0" presId="urn:microsoft.com/office/officeart/2005/8/layout/matrix3"/>
    <dgm:cxn modelId="{E7206E24-029E-4B43-867B-4E673E3B5E71}" srcId="{2386A481-50DF-4A57-8929-3632FC55C6AB}" destId="{07E5A7AA-D79F-40B8-9282-889535BEE3F0}" srcOrd="2" destOrd="0" parTransId="{2734F7A7-5CF5-443F-85D2-58FE5F65B036}" sibTransId="{616E7723-4658-40A6-9BB4-82E55EFE08BE}"/>
    <dgm:cxn modelId="{B0F9235C-5322-A842-8DD3-05E3849FC829}" type="presOf" srcId="{07E5A7AA-D79F-40B8-9282-889535BEE3F0}" destId="{D90AF94A-AD14-D94C-AF4B-2A69F384B09E}" srcOrd="0" destOrd="0" presId="urn:microsoft.com/office/officeart/2005/8/layout/matrix3"/>
    <dgm:cxn modelId="{8E10D45C-C1C6-4060-B9D7-8B424D6CCBD4}" srcId="{2386A481-50DF-4A57-8929-3632FC55C6AB}" destId="{F34610BA-BCCA-4168-BAA3-177EE96E5CE5}" srcOrd="1" destOrd="0" parTransId="{5D1ED7C4-82BA-41A3-B551-5C3584A4025C}" sibTransId="{EA7E5FC4-D6D8-4192-A4E1-E5A7BDC732B2}"/>
    <dgm:cxn modelId="{4569055F-031D-5D43-A64D-C592AA19E7BD}" type="presOf" srcId="{F6F377B0-7B72-485D-9CA1-18D543A3E6F7}" destId="{73E892C7-B9F5-8243-83EE-5C6B281B719E}" srcOrd="0" destOrd="0" presId="urn:microsoft.com/office/officeart/2005/8/layout/matrix3"/>
    <dgm:cxn modelId="{28E3697B-5302-49B5-BFEB-22F8CED6B1FD}" srcId="{2386A481-50DF-4A57-8929-3632FC55C6AB}" destId="{F6F377B0-7B72-485D-9CA1-18D543A3E6F7}" srcOrd="0" destOrd="0" parTransId="{DC513638-8D51-45E6-896D-5CC79BF833E9}" sibTransId="{229C9DFA-13C9-49CB-95E5-250C74490F7B}"/>
    <dgm:cxn modelId="{74AA4C80-F4C3-0C4D-B0D6-5455B576A985}" type="presOf" srcId="{F34610BA-BCCA-4168-BAA3-177EE96E5CE5}" destId="{A8EE4612-E42F-834E-9F5E-8D04C7DA72E1}" srcOrd="0" destOrd="0" presId="urn:microsoft.com/office/officeart/2005/8/layout/matrix3"/>
    <dgm:cxn modelId="{39D830EC-CD60-7A45-89F1-D35ABC4EA474}" type="presOf" srcId="{2386A481-50DF-4A57-8929-3632FC55C6AB}" destId="{D61802F1-A4C0-FA4E-9A5B-FA9FFD9AFEAE}" srcOrd="0" destOrd="0" presId="urn:microsoft.com/office/officeart/2005/8/layout/matrix3"/>
    <dgm:cxn modelId="{36A41EF2-A223-464B-9B64-FAAC831827BF}" srcId="{2386A481-50DF-4A57-8929-3632FC55C6AB}" destId="{5D3F25E6-38B7-4ABA-8A0B-B5905B9CDF16}" srcOrd="3" destOrd="0" parTransId="{2D55F99F-A60F-4517-B282-E50C57D50A44}" sibTransId="{EA3ECCE2-11D9-4E87-8B84-306E49D4C57F}"/>
    <dgm:cxn modelId="{2B1577AB-5385-AB4F-A2B0-30482C5B34CD}" type="presParOf" srcId="{D61802F1-A4C0-FA4E-9A5B-FA9FFD9AFEAE}" destId="{7B4F6D60-2067-2240-9388-D34446969232}" srcOrd="0" destOrd="0" presId="urn:microsoft.com/office/officeart/2005/8/layout/matrix3"/>
    <dgm:cxn modelId="{84ABE91D-6838-D740-A4F0-48FC54B00B31}" type="presParOf" srcId="{D61802F1-A4C0-FA4E-9A5B-FA9FFD9AFEAE}" destId="{73E892C7-B9F5-8243-83EE-5C6B281B719E}" srcOrd="1" destOrd="0" presId="urn:microsoft.com/office/officeart/2005/8/layout/matrix3"/>
    <dgm:cxn modelId="{4DD1217D-9BFA-3D4D-8B7B-827A7B756ED4}" type="presParOf" srcId="{D61802F1-A4C0-FA4E-9A5B-FA9FFD9AFEAE}" destId="{A8EE4612-E42F-834E-9F5E-8D04C7DA72E1}" srcOrd="2" destOrd="0" presId="urn:microsoft.com/office/officeart/2005/8/layout/matrix3"/>
    <dgm:cxn modelId="{864FC397-CF54-064B-9453-0A9002AED832}" type="presParOf" srcId="{D61802F1-A4C0-FA4E-9A5B-FA9FFD9AFEAE}" destId="{D90AF94A-AD14-D94C-AF4B-2A69F384B09E}" srcOrd="3" destOrd="0" presId="urn:microsoft.com/office/officeart/2005/8/layout/matrix3"/>
    <dgm:cxn modelId="{E452055B-026D-F740-9C19-1EDEBFA45359}" type="presParOf" srcId="{D61802F1-A4C0-FA4E-9A5B-FA9FFD9AFEAE}" destId="{4CC7F745-21B9-B34C-B0D6-894B2D89EBF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7F65ED-9923-4913-8A40-2B6E430F58E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2013CD-19E3-4E34-BB3F-BEC4848DFD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fine-tuned model successfully generated structured QA test cases as expected with different input.</a:t>
          </a:r>
        </a:p>
      </dgm:t>
    </dgm:pt>
    <dgm:pt modelId="{EF57776E-C980-41D5-8465-91CBCDB1152B}" type="parTrans" cxnId="{64A6B474-493B-4FA8-A795-928C564D880E}">
      <dgm:prSet/>
      <dgm:spPr/>
      <dgm:t>
        <a:bodyPr/>
        <a:lstStyle/>
        <a:p>
          <a:endParaRPr lang="en-US"/>
        </a:p>
      </dgm:t>
    </dgm:pt>
    <dgm:pt modelId="{DE5F63B3-6EFA-4FF3-AF94-EA8AC06BF440}" type="sibTrans" cxnId="{64A6B474-493B-4FA8-A795-928C564D880E}">
      <dgm:prSet/>
      <dgm:spPr/>
      <dgm:t>
        <a:bodyPr/>
        <a:lstStyle/>
        <a:p>
          <a:endParaRPr lang="en-US"/>
        </a:p>
      </dgm:t>
    </dgm:pt>
    <dgm:pt modelId="{0A167F05-5FF7-4824-B29B-7165D31A70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Outputs test cases included functional, negative, security scenarios.</a:t>
          </a:r>
        </a:p>
      </dgm:t>
    </dgm:pt>
    <dgm:pt modelId="{5201BA72-E3CA-4BA4-B52E-75AD09983685}" type="parTrans" cxnId="{3B0F558F-A80D-4496-9258-F48FF45883A2}">
      <dgm:prSet/>
      <dgm:spPr/>
      <dgm:t>
        <a:bodyPr/>
        <a:lstStyle/>
        <a:p>
          <a:endParaRPr lang="en-US"/>
        </a:p>
      </dgm:t>
    </dgm:pt>
    <dgm:pt modelId="{CC98394B-A354-402C-9851-BEBAF6915599}" type="sibTrans" cxnId="{3B0F558F-A80D-4496-9258-F48FF45883A2}">
      <dgm:prSet/>
      <dgm:spPr/>
      <dgm:t>
        <a:bodyPr/>
        <a:lstStyle/>
        <a:p>
          <a:endParaRPr lang="en-US"/>
        </a:p>
      </dgm:t>
    </dgm:pt>
    <dgm:pt modelId="{CD50740B-5D76-4B15-B810-15CBE11E09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Streamlit application successfully integrated the trained model.</a:t>
          </a:r>
        </a:p>
      </dgm:t>
    </dgm:pt>
    <dgm:pt modelId="{0AC392F2-6CCC-4617-92EE-05A25CFF378C}" type="parTrans" cxnId="{52EB6D79-961F-4080-86B3-88CC810C86C9}">
      <dgm:prSet/>
      <dgm:spPr/>
      <dgm:t>
        <a:bodyPr/>
        <a:lstStyle/>
        <a:p>
          <a:endParaRPr lang="en-US"/>
        </a:p>
      </dgm:t>
    </dgm:pt>
    <dgm:pt modelId="{A24F4BE1-D175-456D-A247-088F66DF65F4}" type="sibTrans" cxnId="{52EB6D79-961F-4080-86B3-88CC810C86C9}">
      <dgm:prSet/>
      <dgm:spPr/>
      <dgm:t>
        <a:bodyPr/>
        <a:lstStyle/>
        <a:p>
          <a:endParaRPr lang="en-US"/>
        </a:p>
      </dgm:t>
    </dgm:pt>
    <dgm:pt modelId="{E24120F7-0C27-4851-9042-45FAB4C6B6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Generated outputs has followed a consistent markdown table format.</a:t>
          </a:r>
        </a:p>
      </dgm:t>
    </dgm:pt>
    <dgm:pt modelId="{034DCDB2-5BD9-463A-9B01-02183DE2B06F}" type="parTrans" cxnId="{37B14358-6F53-4636-8003-8435819D3945}">
      <dgm:prSet/>
      <dgm:spPr/>
      <dgm:t>
        <a:bodyPr/>
        <a:lstStyle/>
        <a:p>
          <a:endParaRPr lang="en-US"/>
        </a:p>
      </dgm:t>
    </dgm:pt>
    <dgm:pt modelId="{C9CE0DDA-1A8F-40A3-B991-4B56C7C3FFEA}" type="sibTrans" cxnId="{37B14358-6F53-4636-8003-8435819D3945}">
      <dgm:prSet/>
      <dgm:spPr/>
      <dgm:t>
        <a:bodyPr/>
        <a:lstStyle/>
        <a:p>
          <a:endParaRPr lang="en-US"/>
        </a:p>
      </dgm:t>
    </dgm:pt>
    <dgm:pt modelId="{9723AE69-F08A-4755-AFDB-825726B27537}" type="pres">
      <dgm:prSet presAssocID="{D07F65ED-9923-4913-8A40-2B6E430F58E5}" presName="root" presStyleCnt="0">
        <dgm:presLayoutVars>
          <dgm:dir/>
          <dgm:resizeHandles val="exact"/>
        </dgm:presLayoutVars>
      </dgm:prSet>
      <dgm:spPr/>
    </dgm:pt>
    <dgm:pt modelId="{1014EAD9-21C7-4861-807A-22A261370BBC}" type="pres">
      <dgm:prSet presAssocID="{512013CD-19E3-4E34-BB3F-BEC4848DFDF0}" presName="compNode" presStyleCnt="0"/>
      <dgm:spPr/>
    </dgm:pt>
    <dgm:pt modelId="{019953A6-FB12-4E8F-9CF0-30DDF9868EA8}" type="pres">
      <dgm:prSet presAssocID="{512013CD-19E3-4E34-BB3F-BEC4848DFDF0}" presName="bgRect" presStyleLbl="bgShp" presStyleIdx="0" presStyleCnt="4"/>
      <dgm:spPr/>
    </dgm:pt>
    <dgm:pt modelId="{D7E64617-E2A0-43A0-9CD5-69CCAE24FA1E}" type="pres">
      <dgm:prSet presAssocID="{512013CD-19E3-4E34-BB3F-BEC4848DFDF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A7C4678-751D-4D21-A6E6-957249834EDF}" type="pres">
      <dgm:prSet presAssocID="{512013CD-19E3-4E34-BB3F-BEC4848DFDF0}" presName="spaceRect" presStyleCnt="0"/>
      <dgm:spPr/>
    </dgm:pt>
    <dgm:pt modelId="{8F09CF8A-F33A-4CD7-8212-7E634D2A98F6}" type="pres">
      <dgm:prSet presAssocID="{512013CD-19E3-4E34-BB3F-BEC4848DFDF0}" presName="parTx" presStyleLbl="revTx" presStyleIdx="0" presStyleCnt="4">
        <dgm:presLayoutVars>
          <dgm:chMax val="0"/>
          <dgm:chPref val="0"/>
        </dgm:presLayoutVars>
      </dgm:prSet>
      <dgm:spPr/>
    </dgm:pt>
    <dgm:pt modelId="{63D15B94-8335-4878-A954-2B5EC537FEA7}" type="pres">
      <dgm:prSet presAssocID="{DE5F63B3-6EFA-4FF3-AF94-EA8AC06BF440}" presName="sibTrans" presStyleCnt="0"/>
      <dgm:spPr/>
    </dgm:pt>
    <dgm:pt modelId="{3B386ACC-8D7E-4F96-B17F-1B92AEFCE5E4}" type="pres">
      <dgm:prSet presAssocID="{0A167F05-5FF7-4824-B29B-7165D31A7030}" presName="compNode" presStyleCnt="0"/>
      <dgm:spPr/>
    </dgm:pt>
    <dgm:pt modelId="{BD30F148-052B-40B0-951A-BA36377187EF}" type="pres">
      <dgm:prSet presAssocID="{0A167F05-5FF7-4824-B29B-7165D31A7030}" presName="bgRect" presStyleLbl="bgShp" presStyleIdx="1" presStyleCnt="4"/>
      <dgm:spPr/>
    </dgm:pt>
    <dgm:pt modelId="{F804EFF8-6706-4658-A06A-59C6778E053B}" type="pres">
      <dgm:prSet presAssocID="{0A167F05-5FF7-4824-B29B-7165D31A703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1B596A5E-EB68-4E89-84F6-D24D6C1137AB}" type="pres">
      <dgm:prSet presAssocID="{0A167F05-5FF7-4824-B29B-7165D31A7030}" presName="spaceRect" presStyleCnt="0"/>
      <dgm:spPr/>
    </dgm:pt>
    <dgm:pt modelId="{B805D30A-1483-4DAB-BB12-0BDA3694D6F2}" type="pres">
      <dgm:prSet presAssocID="{0A167F05-5FF7-4824-B29B-7165D31A7030}" presName="parTx" presStyleLbl="revTx" presStyleIdx="1" presStyleCnt="4">
        <dgm:presLayoutVars>
          <dgm:chMax val="0"/>
          <dgm:chPref val="0"/>
        </dgm:presLayoutVars>
      </dgm:prSet>
      <dgm:spPr/>
    </dgm:pt>
    <dgm:pt modelId="{34ABE1B5-B1C1-4ADE-8803-B68250441CAE}" type="pres">
      <dgm:prSet presAssocID="{CC98394B-A354-402C-9851-BEBAF6915599}" presName="sibTrans" presStyleCnt="0"/>
      <dgm:spPr/>
    </dgm:pt>
    <dgm:pt modelId="{628CC09A-4730-4036-9EFE-5F578A0DD3E2}" type="pres">
      <dgm:prSet presAssocID="{CD50740B-5D76-4B15-B810-15CBE11E0913}" presName="compNode" presStyleCnt="0"/>
      <dgm:spPr/>
    </dgm:pt>
    <dgm:pt modelId="{0AE91337-E139-4060-AEBD-D282961C9E2D}" type="pres">
      <dgm:prSet presAssocID="{CD50740B-5D76-4B15-B810-15CBE11E0913}" presName="bgRect" presStyleLbl="bgShp" presStyleIdx="2" presStyleCnt="4"/>
      <dgm:spPr/>
    </dgm:pt>
    <dgm:pt modelId="{53722FE5-EE4E-4900-A96F-59D2B67AC0DF}" type="pres">
      <dgm:prSet presAssocID="{CD50740B-5D76-4B15-B810-15CBE11E091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0FBBC97-FB5D-44FD-BB05-A7736FFE2D42}" type="pres">
      <dgm:prSet presAssocID="{CD50740B-5D76-4B15-B810-15CBE11E0913}" presName="spaceRect" presStyleCnt="0"/>
      <dgm:spPr/>
    </dgm:pt>
    <dgm:pt modelId="{01E3469B-CFD2-425C-8EFB-271F3C09DE92}" type="pres">
      <dgm:prSet presAssocID="{CD50740B-5D76-4B15-B810-15CBE11E0913}" presName="parTx" presStyleLbl="revTx" presStyleIdx="2" presStyleCnt="4">
        <dgm:presLayoutVars>
          <dgm:chMax val="0"/>
          <dgm:chPref val="0"/>
        </dgm:presLayoutVars>
      </dgm:prSet>
      <dgm:spPr/>
    </dgm:pt>
    <dgm:pt modelId="{6DE79A1A-0A27-41BA-A8CE-ED9CE3C39928}" type="pres">
      <dgm:prSet presAssocID="{A24F4BE1-D175-456D-A247-088F66DF65F4}" presName="sibTrans" presStyleCnt="0"/>
      <dgm:spPr/>
    </dgm:pt>
    <dgm:pt modelId="{EAAEA852-B0E5-4346-84E3-98BD3F265DD7}" type="pres">
      <dgm:prSet presAssocID="{E24120F7-0C27-4851-9042-45FAB4C6B667}" presName="compNode" presStyleCnt="0"/>
      <dgm:spPr/>
    </dgm:pt>
    <dgm:pt modelId="{B62D29E2-245C-430B-8D9F-406843C5C3AF}" type="pres">
      <dgm:prSet presAssocID="{E24120F7-0C27-4851-9042-45FAB4C6B667}" presName="bgRect" presStyleLbl="bgShp" presStyleIdx="3" presStyleCnt="4"/>
      <dgm:spPr/>
    </dgm:pt>
    <dgm:pt modelId="{09FDBB64-3060-45BA-A00B-F396F453F177}" type="pres">
      <dgm:prSet presAssocID="{E24120F7-0C27-4851-9042-45FAB4C6B66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AC86694-C267-4157-B698-23A8AD9F98C5}" type="pres">
      <dgm:prSet presAssocID="{E24120F7-0C27-4851-9042-45FAB4C6B667}" presName="spaceRect" presStyleCnt="0"/>
      <dgm:spPr/>
    </dgm:pt>
    <dgm:pt modelId="{62AFFC8B-ADAB-42AA-93A3-C136550A9C5E}" type="pres">
      <dgm:prSet presAssocID="{E24120F7-0C27-4851-9042-45FAB4C6B66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3C8133F-DBAA-4A8F-830D-A78A187C2B74}" type="presOf" srcId="{CD50740B-5D76-4B15-B810-15CBE11E0913}" destId="{01E3469B-CFD2-425C-8EFB-271F3C09DE92}" srcOrd="0" destOrd="0" presId="urn:microsoft.com/office/officeart/2018/2/layout/IconVerticalSolidList"/>
    <dgm:cxn modelId="{37B14358-6F53-4636-8003-8435819D3945}" srcId="{D07F65ED-9923-4913-8A40-2B6E430F58E5}" destId="{E24120F7-0C27-4851-9042-45FAB4C6B667}" srcOrd="3" destOrd="0" parTransId="{034DCDB2-5BD9-463A-9B01-02183DE2B06F}" sibTransId="{C9CE0DDA-1A8F-40A3-B991-4B56C7C3FFEA}"/>
    <dgm:cxn modelId="{64A6B474-493B-4FA8-A795-928C564D880E}" srcId="{D07F65ED-9923-4913-8A40-2B6E430F58E5}" destId="{512013CD-19E3-4E34-BB3F-BEC4848DFDF0}" srcOrd="0" destOrd="0" parTransId="{EF57776E-C980-41D5-8465-91CBCDB1152B}" sibTransId="{DE5F63B3-6EFA-4FF3-AF94-EA8AC06BF440}"/>
    <dgm:cxn modelId="{52EB6D79-961F-4080-86B3-88CC810C86C9}" srcId="{D07F65ED-9923-4913-8A40-2B6E430F58E5}" destId="{CD50740B-5D76-4B15-B810-15CBE11E0913}" srcOrd="2" destOrd="0" parTransId="{0AC392F2-6CCC-4617-92EE-05A25CFF378C}" sibTransId="{A24F4BE1-D175-456D-A247-088F66DF65F4}"/>
    <dgm:cxn modelId="{3B0F558F-A80D-4496-9258-F48FF45883A2}" srcId="{D07F65ED-9923-4913-8A40-2B6E430F58E5}" destId="{0A167F05-5FF7-4824-B29B-7165D31A7030}" srcOrd="1" destOrd="0" parTransId="{5201BA72-E3CA-4BA4-B52E-75AD09983685}" sibTransId="{CC98394B-A354-402C-9851-BEBAF6915599}"/>
    <dgm:cxn modelId="{E8879BA5-1AC4-43DF-B0FB-2C6828487142}" type="presOf" srcId="{E24120F7-0C27-4851-9042-45FAB4C6B667}" destId="{62AFFC8B-ADAB-42AA-93A3-C136550A9C5E}" srcOrd="0" destOrd="0" presId="urn:microsoft.com/office/officeart/2018/2/layout/IconVerticalSolidList"/>
    <dgm:cxn modelId="{0E7098C2-3DD4-4E36-9C6B-1D6E8C280A28}" type="presOf" srcId="{D07F65ED-9923-4913-8A40-2B6E430F58E5}" destId="{9723AE69-F08A-4755-AFDB-825726B27537}" srcOrd="0" destOrd="0" presId="urn:microsoft.com/office/officeart/2018/2/layout/IconVerticalSolidList"/>
    <dgm:cxn modelId="{2469F6F3-22B2-4F63-AD6D-948134EFCF1C}" type="presOf" srcId="{512013CD-19E3-4E34-BB3F-BEC4848DFDF0}" destId="{8F09CF8A-F33A-4CD7-8212-7E634D2A98F6}" srcOrd="0" destOrd="0" presId="urn:microsoft.com/office/officeart/2018/2/layout/IconVerticalSolidList"/>
    <dgm:cxn modelId="{3881A3F7-165D-4A72-B65B-C2547C38A4A7}" type="presOf" srcId="{0A167F05-5FF7-4824-B29B-7165D31A7030}" destId="{B805D30A-1483-4DAB-BB12-0BDA3694D6F2}" srcOrd="0" destOrd="0" presId="urn:microsoft.com/office/officeart/2018/2/layout/IconVerticalSolidList"/>
    <dgm:cxn modelId="{13568718-2421-48D0-A5CD-42B5F011A1B8}" type="presParOf" srcId="{9723AE69-F08A-4755-AFDB-825726B27537}" destId="{1014EAD9-21C7-4861-807A-22A261370BBC}" srcOrd="0" destOrd="0" presId="urn:microsoft.com/office/officeart/2018/2/layout/IconVerticalSolidList"/>
    <dgm:cxn modelId="{68613FF7-6CE7-4702-93EA-43BCA3CDF26A}" type="presParOf" srcId="{1014EAD9-21C7-4861-807A-22A261370BBC}" destId="{019953A6-FB12-4E8F-9CF0-30DDF9868EA8}" srcOrd="0" destOrd="0" presId="urn:microsoft.com/office/officeart/2018/2/layout/IconVerticalSolidList"/>
    <dgm:cxn modelId="{A0B7A64E-11EB-4E07-9F0E-9BA80D696F3A}" type="presParOf" srcId="{1014EAD9-21C7-4861-807A-22A261370BBC}" destId="{D7E64617-E2A0-43A0-9CD5-69CCAE24FA1E}" srcOrd="1" destOrd="0" presId="urn:microsoft.com/office/officeart/2018/2/layout/IconVerticalSolidList"/>
    <dgm:cxn modelId="{2A3F1B19-7CB5-4A2C-B7CE-E65A50A0ADCF}" type="presParOf" srcId="{1014EAD9-21C7-4861-807A-22A261370BBC}" destId="{8A7C4678-751D-4D21-A6E6-957249834EDF}" srcOrd="2" destOrd="0" presId="urn:microsoft.com/office/officeart/2018/2/layout/IconVerticalSolidList"/>
    <dgm:cxn modelId="{06D27342-6B7C-485A-8615-48E84177B8D9}" type="presParOf" srcId="{1014EAD9-21C7-4861-807A-22A261370BBC}" destId="{8F09CF8A-F33A-4CD7-8212-7E634D2A98F6}" srcOrd="3" destOrd="0" presId="urn:microsoft.com/office/officeart/2018/2/layout/IconVerticalSolidList"/>
    <dgm:cxn modelId="{9CFAF43A-768A-4F88-B011-45CACCB6DA19}" type="presParOf" srcId="{9723AE69-F08A-4755-AFDB-825726B27537}" destId="{63D15B94-8335-4878-A954-2B5EC537FEA7}" srcOrd="1" destOrd="0" presId="urn:microsoft.com/office/officeart/2018/2/layout/IconVerticalSolidList"/>
    <dgm:cxn modelId="{DD6BE148-656C-4D5E-9864-755E005547D6}" type="presParOf" srcId="{9723AE69-F08A-4755-AFDB-825726B27537}" destId="{3B386ACC-8D7E-4F96-B17F-1B92AEFCE5E4}" srcOrd="2" destOrd="0" presId="urn:microsoft.com/office/officeart/2018/2/layout/IconVerticalSolidList"/>
    <dgm:cxn modelId="{C2921EA6-C170-4932-895E-6150BDECE51F}" type="presParOf" srcId="{3B386ACC-8D7E-4F96-B17F-1B92AEFCE5E4}" destId="{BD30F148-052B-40B0-951A-BA36377187EF}" srcOrd="0" destOrd="0" presId="urn:microsoft.com/office/officeart/2018/2/layout/IconVerticalSolidList"/>
    <dgm:cxn modelId="{5C36738F-A382-4A4E-A83C-6495C5C33141}" type="presParOf" srcId="{3B386ACC-8D7E-4F96-B17F-1B92AEFCE5E4}" destId="{F804EFF8-6706-4658-A06A-59C6778E053B}" srcOrd="1" destOrd="0" presId="urn:microsoft.com/office/officeart/2018/2/layout/IconVerticalSolidList"/>
    <dgm:cxn modelId="{0756F714-2058-4EB0-A25B-C9C0B595BB69}" type="presParOf" srcId="{3B386ACC-8D7E-4F96-B17F-1B92AEFCE5E4}" destId="{1B596A5E-EB68-4E89-84F6-D24D6C1137AB}" srcOrd="2" destOrd="0" presId="urn:microsoft.com/office/officeart/2018/2/layout/IconVerticalSolidList"/>
    <dgm:cxn modelId="{6980F5E1-3590-4166-AD54-9B8A4D1598D4}" type="presParOf" srcId="{3B386ACC-8D7E-4F96-B17F-1B92AEFCE5E4}" destId="{B805D30A-1483-4DAB-BB12-0BDA3694D6F2}" srcOrd="3" destOrd="0" presId="urn:microsoft.com/office/officeart/2018/2/layout/IconVerticalSolidList"/>
    <dgm:cxn modelId="{2257F4F2-1DEA-4EAF-A7E6-15B19115EFDB}" type="presParOf" srcId="{9723AE69-F08A-4755-AFDB-825726B27537}" destId="{34ABE1B5-B1C1-4ADE-8803-B68250441CAE}" srcOrd="3" destOrd="0" presId="urn:microsoft.com/office/officeart/2018/2/layout/IconVerticalSolidList"/>
    <dgm:cxn modelId="{9ED94577-85D0-49B0-926E-D960F70AF99B}" type="presParOf" srcId="{9723AE69-F08A-4755-AFDB-825726B27537}" destId="{628CC09A-4730-4036-9EFE-5F578A0DD3E2}" srcOrd="4" destOrd="0" presId="urn:microsoft.com/office/officeart/2018/2/layout/IconVerticalSolidList"/>
    <dgm:cxn modelId="{B210D8E9-8197-499A-AB2D-EC90900E7F1A}" type="presParOf" srcId="{628CC09A-4730-4036-9EFE-5F578A0DD3E2}" destId="{0AE91337-E139-4060-AEBD-D282961C9E2D}" srcOrd="0" destOrd="0" presId="urn:microsoft.com/office/officeart/2018/2/layout/IconVerticalSolidList"/>
    <dgm:cxn modelId="{8F0AD316-1FA8-4083-B993-412E45630121}" type="presParOf" srcId="{628CC09A-4730-4036-9EFE-5F578A0DD3E2}" destId="{53722FE5-EE4E-4900-A96F-59D2B67AC0DF}" srcOrd="1" destOrd="0" presId="urn:microsoft.com/office/officeart/2018/2/layout/IconVerticalSolidList"/>
    <dgm:cxn modelId="{4D0F384D-A657-42A9-9378-6761EB38D42E}" type="presParOf" srcId="{628CC09A-4730-4036-9EFE-5F578A0DD3E2}" destId="{E0FBBC97-FB5D-44FD-BB05-A7736FFE2D42}" srcOrd="2" destOrd="0" presId="urn:microsoft.com/office/officeart/2018/2/layout/IconVerticalSolidList"/>
    <dgm:cxn modelId="{213865A1-42A6-4CB4-B3AC-58E3F6595896}" type="presParOf" srcId="{628CC09A-4730-4036-9EFE-5F578A0DD3E2}" destId="{01E3469B-CFD2-425C-8EFB-271F3C09DE92}" srcOrd="3" destOrd="0" presId="urn:microsoft.com/office/officeart/2018/2/layout/IconVerticalSolidList"/>
    <dgm:cxn modelId="{14229061-34C3-4148-A2B4-1742816D9136}" type="presParOf" srcId="{9723AE69-F08A-4755-AFDB-825726B27537}" destId="{6DE79A1A-0A27-41BA-A8CE-ED9CE3C39928}" srcOrd="5" destOrd="0" presId="urn:microsoft.com/office/officeart/2018/2/layout/IconVerticalSolidList"/>
    <dgm:cxn modelId="{CD6DCDC5-0965-4E2D-A9BE-B49CFF6B7C83}" type="presParOf" srcId="{9723AE69-F08A-4755-AFDB-825726B27537}" destId="{EAAEA852-B0E5-4346-84E3-98BD3F265DD7}" srcOrd="6" destOrd="0" presId="urn:microsoft.com/office/officeart/2018/2/layout/IconVerticalSolidList"/>
    <dgm:cxn modelId="{189B3D96-2BB4-49CF-902D-C8556916ECF4}" type="presParOf" srcId="{EAAEA852-B0E5-4346-84E3-98BD3F265DD7}" destId="{B62D29E2-245C-430B-8D9F-406843C5C3AF}" srcOrd="0" destOrd="0" presId="urn:microsoft.com/office/officeart/2018/2/layout/IconVerticalSolidList"/>
    <dgm:cxn modelId="{4A86D08A-AB8C-415C-AC55-4C7E3723C060}" type="presParOf" srcId="{EAAEA852-B0E5-4346-84E3-98BD3F265DD7}" destId="{09FDBB64-3060-45BA-A00B-F396F453F177}" srcOrd="1" destOrd="0" presId="urn:microsoft.com/office/officeart/2018/2/layout/IconVerticalSolidList"/>
    <dgm:cxn modelId="{3B3DA21E-9705-4845-AEDE-B37EDB02586C}" type="presParOf" srcId="{EAAEA852-B0E5-4346-84E3-98BD3F265DD7}" destId="{3AC86694-C267-4157-B698-23A8AD9F98C5}" srcOrd="2" destOrd="0" presId="urn:microsoft.com/office/officeart/2018/2/layout/IconVerticalSolidList"/>
    <dgm:cxn modelId="{9D2BA2EE-C678-4784-93E2-F6AE8E57869C}" type="presParOf" srcId="{EAAEA852-B0E5-4346-84E3-98BD3F265DD7}" destId="{62AFFC8B-ADAB-42AA-93A3-C136550A9C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5FBBB2-754E-4356-BD3A-29678688BE5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077D22-02E1-4676-854C-D19063CEE9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Add functionality to support BDD and Gherkin scenario generation.</a:t>
          </a:r>
        </a:p>
      </dgm:t>
    </dgm:pt>
    <dgm:pt modelId="{8DAA9113-CF10-47B2-8BED-A0A0F529C471}" type="parTrans" cxnId="{493F04E6-A88A-4032-ADB9-9E2EB8629EF5}">
      <dgm:prSet/>
      <dgm:spPr/>
      <dgm:t>
        <a:bodyPr/>
        <a:lstStyle/>
        <a:p>
          <a:endParaRPr lang="en-US"/>
        </a:p>
      </dgm:t>
    </dgm:pt>
    <dgm:pt modelId="{FB30A216-FDBB-406E-87BC-130DFEC87A3A}" type="sibTrans" cxnId="{493F04E6-A88A-4032-ADB9-9E2EB8629EF5}">
      <dgm:prSet/>
      <dgm:spPr/>
      <dgm:t>
        <a:bodyPr/>
        <a:lstStyle/>
        <a:p>
          <a:endParaRPr lang="en-US"/>
        </a:p>
      </dgm:t>
    </dgm:pt>
    <dgm:pt modelId="{911BE046-1837-407D-BCFF-966A8C15C1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Add support for Excel, CSV import/exports.</a:t>
          </a:r>
        </a:p>
      </dgm:t>
    </dgm:pt>
    <dgm:pt modelId="{62C9B94F-AE06-4BCC-966C-07E1167898BF}" type="parTrans" cxnId="{4795C686-0A65-4508-BB59-37AB3F9A58C3}">
      <dgm:prSet/>
      <dgm:spPr/>
      <dgm:t>
        <a:bodyPr/>
        <a:lstStyle/>
        <a:p>
          <a:endParaRPr lang="en-US"/>
        </a:p>
      </dgm:t>
    </dgm:pt>
    <dgm:pt modelId="{106BB716-C312-45E8-904C-1BC601BA6270}" type="sibTrans" cxnId="{4795C686-0A65-4508-BB59-37AB3F9A58C3}">
      <dgm:prSet/>
      <dgm:spPr/>
      <dgm:t>
        <a:bodyPr/>
        <a:lstStyle/>
        <a:p>
          <a:endParaRPr lang="en-US"/>
        </a:p>
      </dgm:t>
    </dgm:pt>
    <dgm:pt modelId="{A1608DBB-FBA1-48CB-BDEF-5EA9ADE7AD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Deploy the application publicly using Streamlit Cloud.</a:t>
          </a:r>
        </a:p>
      </dgm:t>
    </dgm:pt>
    <dgm:pt modelId="{89BEB13B-6916-4FE0-B787-3EC4BF6E5930}" type="parTrans" cxnId="{D1BAC77C-827C-4081-A8FF-653BB8463108}">
      <dgm:prSet/>
      <dgm:spPr/>
      <dgm:t>
        <a:bodyPr/>
        <a:lstStyle/>
        <a:p>
          <a:endParaRPr lang="en-US"/>
        </a:p>
      </dgm:t>
    </dgm:pt>
    <dgm:pt modelId="{5545BF42-59E5-4FA7-8986-3F0CC3586AFE}" type="sibTrans" cxnId="{D1BAC77C-827C-4081-A8FF-653BB8463108}">
      <dgm:prSet/>
      <dgm:spPr/>
      <dgm:t>
        <a:bodyPr/>
        <a:lstStyle/>
        <a:p>
          <a:endParaRPr lang="en-US"/>
        </a:p>
      </dgm:t>
    </dgm:pt>
    <dgm:pt modelId="{7C764899-4DFE-4628-A21A-BBDADE99A9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enhance the project with automation script generation.</a:t>
          </a:r>
        </a:p>
      </dgm:t>
    </dgm:pt>
    <dgm:pt modelId="{B72088A1-1E1C-489A-9C5D-04175EC27F34}" type="parTrans" cxnId="{E3357DEB-9D49-4655-B584-6308D1D10912}">
      <dgm:prSet/>
      <dgm:spPr/>
      <dgm:t>
        <a:bodyPr/>
        <a:lstStyle/>
        <a:p>
          <a:endParaRPr lang="en-US"/>
        </a:p>
      </dgm:t>
    </dgm:pt>
    <dgm:pt modelId="{9F8256BF-50ED-420C-9EEB-861BD5AF03B9}" type="sibTrans" cxnId="{E3357DEB-9D49-4655-B584-6308D1D10912}">
      <dgm:prSet/>
      <dgm:spPr/>
      <dgm:t>
        <a:bodyPr/>
        <a:lstStyle/>
        <a:p>
          <a:endParaRPr lang="en-US"/>
        </a:p>
      </dgm:t>
    </dgm:pt>
    <dgm:pt modelId="{BE99D619-14ED-4EA4-89F4-3CD32D1043FE}" type="pres">
      <dgm:prSet presAssocID="{845FBBB2-754E-4356-BD3A-29678688BE53}" presName="root" presStyleCnt="0">
        <dgm:presLayoutVars>
          <dgm:dir/>
          <dgm:resizeHandles val="exact"/>
        </dgm:presLayoutVars>
      </dgm:prSet>
      <dgm:spPr/>
    </dgm:pt>
    <dgm:pt modelId="{5D104442-81F1-4AD8-A327-B24EB16CB567}" type="pres">
      <dgm:prSet presAssocID="{D5077D22-02E1-4676-854C-D19063CEE906}" presName="compNode" presStyleCnt="0"/>
      <dgm:spPr/>
    </dgm:pt>
    <dgm:pt modelId="{2162E9AB-972B-4313-9F08-3F562A436B5A}" type="pres">
      <dgm:prSet presAssocID="{D5077D22-02E1-4676-854C-D19063CEE906}" presName="bgRect" presStyleLbl="bgShp" presStyleIdx="0" presStyleCnt="4"/>
      <dgm:spPr/>
    </dgm:pt>
    <dgm:pt modelId="{E3923666-F7AA-4B54-97E8-1BE84A8683A4}" type="pres">
      <dgm:prSet presAssocID="{D5077D22-02E1-4676-854C-D19063CEE90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16369B8-6339-4CC7-8434-3F55D261D6F7}" type="pres">
      <dgm:prSet presAssocID="{D5077D22-02E1-4676-854C-D19063CEE906}" presName="spaceRect" presStyleCnt="0"/>
      <dgm:spPr/>
    </dgm:pt>
    <dgm:pt modelId="{9C202258-2E7F-42C7-8929-E3A4C452B46A}" type="pres">
      <dgm:prSet presAssocID="{D5077D22-02E1-4676-854C-D19063CEE906}" presName="parTx" presStyleLbl="revTx" presStyleIdx="0" presStyleCnt="4">
        <dgm:presLayoutVars>
          <dgm:chMax val="0"/>
          <dgm:chPref val="0"/>
        </dgm:presLayoutVars>
      </dgm:prSet>
      <dgm:spPr/>
    </dgm:pt>
    <dgm:pt modelId="{F487749F-BA45-41A8-9E3C-E508DF348AEC}" type="pres">
      <dgm:prSet presAssocID="{FB30A216-FDBB-406E-87BC-130DFEC87A3A}" presName="sibTrans" presStyleCnt="0"/>
      <dgm:spPr/>
    </dgm:pt>
    <dgm:pt modelId="{8A9CA4D2-4263-411F-85B0-120A44CE754B}" type="pres">
      <dgm:prSet presAssocID="{911BE046-1837-407D-BCFF-966A8C15C17B}" presName="compNode" presStyleCnt="0"/>
      <dgm:spPr/>
    </dgm:pt>
    <dgm:pt modelId="{6AFBB02D-C759-4D5A-91F4-F283A2F8EE84}" type="pres">
      <dgm:prSet presAssocID="{911BE046-1837-407D-BCFF-966A8C15C17B}" presName="bgRect" presStyleLbl="bgShp" presStyleIdx="1" presStyleCnt="4"/>
      <dgm:spPr/>
    </dgm:pt>
    <dgm:pt modelId="{62F465F6-7C06-40E1-933B-A49A512E3D76}" type="pres">
      <dgm:prSet presAssocID="{911BE046-1837-407D-BCFF-966A8C15C17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8F281DFD-8D46-4129-A99A-B88DB5923013}" type="pres">
      <dgm:prSet presAssocID="{911BE046-1837-407D-BCFF-966A8C15C17B}" presName="spaceRect" presStyleCnt="0"/>
      <dgm:spPr/>
    </dgm:pt>
    <dgm:pt modelId="{3A3C3186-1831-4133-85B1-FA0F0FA65034}" type="pres">
      <dgm:prSet presAssocID="{911BE046-1837-407D-BCFF-966A8C15C17B}" presName="parTx" presStyleLbl="revTx" presStyleIdx="1" presStyleCnt="4">
        <dgm:presLayoutVars>
          <dgm:chMax val="0"/>
          <dgm:chPref val="0"/>
        </dgm:presLayoutVars>
      </dgm:prSet>
      <dgm:spPr/>
    </dgm:pt>
    <dgm:pt modelId="{999BCE39-E100-4990-8728-CF639E0A6DFC}" type="pres">
      <dgm:prSet presAssocID="{106BB716-C312-45E8-904C-1BC601BA6270}" presName="sibTrans" presStyleCnt="0"/>
      <dgm:spPr/>
    </dgm:pt>
    <dgm:pt modelId="{58FBDC27-BCA0-4AB0-A412-D04C9A51CB29}" type="pres">
      <dgm:prSet presAssocID="{A1608DBB-FBA1-48CB-BDEF-5EA9ADE7AD67}" presName="compNode" presStyleCnt="0"/>
      <dgm:spPr/>
    </dgm:pt>
    <dgm:pt modelId="{F94F46AC-F86D-4A02-9915-FBF52D247114}" type="pres">
      <dgm:prSet presAssocID="{A1608DBB-FBA1-48CB-BDEF-5EA9ADE7AD67}" presName="bgRect" presStyleLbl="bgShp" presStyleIdx="2" presStyleCnt="4"/>
      <dgm:spPr/>
    </dgm:pt>
    <dgm:pt modelId="{5B07FBF6-3251-4014-BD8A-2EC87536F070}" type="pres">
      <dgm:prSet presAssocID="{A1608DBB-FBA1-48CB-BDEF-5EA9ADE7AD6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EDBB36D0-3BC1-4624-8213-1F895C1A2356}" type="pres">
      <dgm:prSet presAssocID="{A1608DBB-FBA1-48CB-BDEF-5EA9ADE7AD67}" presName="spaceRect" presStyleCnt="0"/>
      <dgm:spPr/>
    </dgm:pt>
    <dgm:pt modelId="{4F79FF08-F5C4-4D01-BF8D-5646282B6368}" type="pres">
      <dgm:prSet presAssocID="{A1608DBB-FBA1-48CB-BDEF-5EA9ADE7AD67}" presName="parTx" presStyleLbl="revTx" presStyleIdx="2" presStyleCnt="4">
        <dgm:presLayoutVars>
          <dgm:chMax val="0"/>
          <dgm:chPref val="0"/>
        </dgm:presLayoutVars>
      </dgm:prSet>
      <dgm:spPr/>
    </dgm:pt>
    <dgm:pt modelId="{C8FAEEE1-989C-4646-995D-6964293E1D36}" type="pres">
      <dgm:prSet presAssocID="{5545BF42-59E5-4FA7-8986-3F0CC3586AFE}" presName="sibTrans" presStyleCnt="0"/>
      <dgm:spPr/>
    </dgm:pt>
    <dgm:pt modelId="{09CA3721-8E72-4AFF-A20C-5FD0A2FFF30E}" type="pres">
      <dgm:prSet presAssocID="{7C764899-4DFE-4628-A21A-BBDADE99A91E}" presName="compNode" presStyleCnt="0"/>
      <dgm:spPr/>
    </dgm:pt>
    <dgm:pt modelId="{CAC69170-AAB4-4531-B067-0375709166CC}" type="pres">
      <dgm:prSet presAssocID="{7C764899-4DFE-4628-A21A-BBDADE99A91E}" presName="bgRect" presStyleLbl="bgShp" presStyleIdx="3" presStyleCnt="4"/>
      <dgm:spPr/>
    </dgm:pt>
    <dgm:pt modelId="{E55FD929-9E49-42AD-85A1-91E7E3B708D1}" type="pres">
      <dgm:prSet presAssocID="{7C764899-4DFE-4628-A21A-BBDADE99A91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38885CA-3055-4A28-B240-3B5F8AA83ED1}" type="pres">
      <dgm:prSet presAssocID="{7C764899-4DFE-4628-A21A-BBDADE99A91E}" presName="spaceRect" presStyleCnt="0"/>
      <dgm:spPr/>
    </dgm:pt>
    <dgm:pt modelId="{70407A26-744D-4E8E-BDF0-3EBEA587FE0D}" type="pres">
      <dgm:prSet presAssocID="{7C764899-4DFE-4628-A21A-BBDADE99A91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7AEEC08-0E1A-A94F-8B8A-E2B5AC3A5E7B}" type="presOf" srcId="{911BE046-1837-407D-BCFF-966A8C15C17B}" destId="{3A3C3186-1831-4133-85B1-FA0F0FA65034}" srcOrd="0" destOrd="0" presId="urn:microsoft.com/office/officeart/2018/2/layout/IconVerticalSolidList"/>
    <dgm:cxn modelId="{C6BB1329-65F3-DE4E-9C01-A6872450DEA6}" type="presOf" srcId="{7C764899-4DFE-4628-A21A-BBDADE99A91E}" destId="{70407A26-744D-4E8E-BDF0-3EBEA587FE0D}" srcOrd="0" destOrd="0" presId="urn:microsoft.com/office/officeart/2018/2/layout/IconVerticalSolidList"/>
    <dgm:cxn modelId="{8E23EF32-3117-434A-8D53-D0FB2A1AD5B4}" type="presOf" srcId="{D5077D22-02E1-4676-854C-D19063CEE906}" destId="{9C202258-2E7F-42C7-8929-E3A4C452B46A}" srcOrd="0" destOrd="0" presId="urn:microsoft.com/office/officeart/2018/2/layout/IconVerticalSolidList"/>
    <dgm:cxn modelId="{90B83E6C-0FAA-BA49-B76C-06DD606FC80E}" type="presOf" srcId="{A1608DBB-FBA1-48CB-BDEF-5EA9ADE7AD67}" destId="{4F79FF08-F5C4-4D01-BF8D-5646282B6368}" srcOrd="0" destOrd="0" presId="urn:microsoft.com/office/officeart/2018/2/layout/IconVerticalSolidList"/>
    <dgm:cxn modelId="{D1BAC77C-827C-4081-A8FF-653BB8463108}" srcId="{845FBBB2-754E-4356-BD3A-29678688BE53}" destId="{A1608DBB-FBA1-48CB-BDEF-5EA9ADE7AD67}" srcOrd="2" destOrd="0" parTransId="{89BEB13B-6916-4FE0-B787-3EC4BF6E5930}" sibTransId="{5545BF42-59E5-4FA7-8986-3F0CC3586AFE}"/>
    <dgm:cxn modelId="{4795C686-0A65-4508-BB59-37AB3F9A58C3}" srcId="{845FBBB2-754E-4356-BD3A-29678688BE53}" destId="{911BE046-1837-407D-BCFF-966A8C15C17B}" srcOrd="1" destOrd="0" parTransId="{62C9B94F-AE06-4BCC-966C-07E1167898BF}" sibTransId="{106BB716-C312-45E8-904C-1BC601BA6270}"/>
    <dgm:cxn modelId="{354612BC-814D-AC4D-934D-41740846D3A4}" type="presOf" srcId="{845FBBB2-754E-4356-BD3A-29678688BE53}" destId="{BE99D619-14ED-4EA4-89F4-3CD32D1043FE}" srcOrd="0" destOrd="0" presId="urn:microsoft.com/office/officeart/2018/2/layout/IconVerticalSolidList"/>
    <dgm:cxn modelId="{493F04E6-A88A-4032-ADB9-9E2EB8629EF5}" srcId="{845FBBB2-754E-4356-BD3A-29678688BE53}" destId="{D5077D22-02E1-4676-854C-D19063CEE906}" srcOrd="0" destOrd="0" parTransId="{8DAA9113-CF10-47B2-8BED-A0A0F529C471}" sibTransId="{FB30A216-FDBB-406E-87BC-130DFEC87A3A}"/>
    <dgm:cxn modelId="{E3357DEB-9D49-4655-B584-6308D1D10912}" srcId="{845FBBB2-754E-4356-BD3A-29678688BE53}" destId="{7C764899-4DFE-4628-A21A-BBDADE99A91E}" srcOrd="3" destOrd="0" parTransId="{B72088A1-1E1C-489A-9C5D-04175EC27F34}" sibTransId="{9F8256BF-50ED-420C-9EEB-861BD5AF03B9}"/>
    <dgm:cxn modelId="{F44654D3-667B-CB4A-B87D-CA3609E90B88}" type="presParOf" srcId="{BE99D619-14ED-4EA4-89F4-3CD32D1043FE}" destId="{5D104442-81F1-4AD8-A327-B24EB16CB567}" srcOrd="0" destOrd="0" presId="urn:microsoft.com/office/officeart/2018/2/layout/IconVerticalSolidList"/>
    <dgm:cxn modelId="{6F46C3AD-3276-2F4C-979E-1F0FFD402FBB}" type="presParOf" srcId="{5D104442-81F1-4AD8-A327-B24EB16CB567}" destId="{2162E9AB-972B-4313-9F08-3F562A436B5A}" srcOrd="0" destOrd="0" presId="urn:microsoft.com/office/officeart/2018/2/layout/IconVerticalSolidList"/>
    <dgm:cxn modelId="{34A4FD43-A15C-FB4E-8DE7-1F85574F7336}" type="presParOf" srcId="{5D104442-81F1-4AD8-A327-B24EB16CB567}" destId="{E3923666-F7AA-4B54-97E8-1BE84A8683A4}" srcOrd="1" destOrd="0" presId="urn:microsoft.com/office/officeart/2018/2/layout/IconVerticalSolidList"/>
    <dgm:cxn modelId="{7EBFA190-CD68-C248-A243-DCFEA5C6481B}" type="presParOf" srcId="{5D104442-81F1-4AD8-A327-B24EB16CB567}" destId="{416369B8-6339-4CC7-8434-3F55D261D6F7}" srcOrd="2" destOrd="0" presId="urn:microsoft.com/office/officeart/2018/2/layout/IconVerticalSolidList"/>
    <dgm:cxn modelId="{B5165145-DE74-724D-9125-21613F5327F0}" type="presParOf" srcId="{5D104442-81F1-4AD8-A327-B24EB16CB567}" destId="{9C202258-2E7F-42C7-8929-E3A4C452B46A}" srcOrd="3" destOrd="0" presId="urn:microsoft.com/office/officeart/2018/2/layout/IconVerticalSolidList"/>
    <dgm:cxn modelId="{110961AB-FB6E-1E43-9285-C397E5A14DAF}" type="presParOf" srcId="{BE99D619-14ED-4EA4-89F4-3CD32D1043FE}" destId="{F487749F-BA45-41A8-9E3C-E508DF348AEC}" srcOrd="1" destOrd="0" presId="urn:microsoft.com/office/officeart/2018/2/layout/IconVerticalSolidList"/>
    <dgm:cxn modelId="{9D6C9A26-EDE0-9F47-A5EA-141CCB1B8B44}" type="presParOf" srcId="{BE99D619-14ED-4EA4-89F4-3CD32D1043FE}" destId="{8A9CA4D2-4263-411F-85B0-120A44CE754B}" srcOrd="2" destOrd="0" presId="urn:microsoft.com/office/officeart/2018/2/layout/IconVerticalSolidList"/>
    <dgm:cxn modelId="{7451BE3E-FD20-AD4E-8BAA-B3438DB2F5FC}" type="presParOf" srcId="{8A9CA4D2-4263-411F-85B0-120A44CE754B}" destId="{6AFBB02D-C759-4D5A-91F4-F283A2F8EE84}" srcOrd="0" destOrd="0" presId="urn:microsoft.com/office/officeart/2018/2/layout/IconVerticalSolidList"/>
    <dgm:cxn modelId="{E9FEE8F0-8B59-C54D-AC1F-0F084B2073C9}" type="presParOf" srcId="{8A9CA4D2-4263-411F-85B0-120A44CE754B}" destId="{62F465F6-7C06-40E1-933B-A49A512E3D76}" srcOrd="1" destOrd="0" presId="urn:microsoft.com/office/officeart/2018/2/layout/IconVerticalSolidList"/>
    <dgm:cxn modelId="{FAB4EF3D-C562-F843-A8C3-C3EF3DE61068}" type="presParOf" srcId="{8A9CA4D2-4263-411F-85B0-120A44CE754B}" destId="{8F281DFD-8D46-4129-A99A-B88DB5923013}" srcOrd="2" destOrd="0" presId="urn:microsoft.com/office/officeart/2018/2/layout/IconVerticalSolidList"/>
    <dgm:cxn modelId="{D25F44AC-87D4-3144-B53E-C431C4BAD47A}" type="presParOf" srcId="{8A9CA4D2-4263-411F-85B0-120A44CE754B}" destId="{3A3C3186-1831-4133-85B1-FA0F0FA65034}" srcOrd="3" destOrd="0" presId="urn:microsoft.com/office/officeart/2018/2/layout/IconVerticalSolidList"/>
    <dgm:cxn modelId="{20B7AB7E-15FC-5B4E-81C7-6FEA5558BFF3}" type="presParOf" srcId="{BE99D619-14ED-4EA4-89F4-3CD32D1043FE}" destId="{999BCE39-E100-4990-8728-CF639E0A6DFC}" srcOrd="3" destOrd="0" presId="urn:microsoft.com/office/officeart/2018/2/layout/IconVerticalSolidList"/>
    <dgm:cxn modelId="{2911DF3D-164D-5D4F-B26B-7AA1572D716D}" type="presParOf" srcId="{BE99D619-14ED-4EA4-89F4-3CD32D1043FE}" destId="{58FBDC27-BCA0-4AB0-A412-D04C9A51CB29}" srcOrd="4" destOrd="0" presId="urn:microsoft.com/office/officeart/2018/2/layout/IconVerticalSolidList"/>
    <dgm:cxn modelId="{59588742-AC55-3C43-BF52-749086B5C963}" type="presParOf" srcId="{58FBDC27-BCA0-4AB0-A412-D04C9A51CB29}" destId="{F94F46AC-F86D-4A02-9915-FBF52D247114}" srcOrd="0" destOrd="0" presId="urn:microsoft.com/office/officeart/2018/2/layout/IconVerticalSolidList"/>
    <dgm:cxn modelId="{A299F03D-C646-1841-B7DD-9E15B505C867}" type="presParOf" srcId="{58FBDC27-BCA0-4AB0-A412-D04C9A51CB29}" destId="{5B07FBF6-3251-4014-BD8A-2EC87536F070}" srcOrd="1" destOrd="0" presId="urn:microsoft.com/office/officeart/2018/2/layout/IconVerticalSolidList"/>
    <dgm:cxn modelId="{F5863E24-23BF-3C46-AF3C-CB2618FC77FC}" type="presParOf" srcId="{58FBDC27-BCA0-4AB0-A412-D04C9A51CB29}" destId="{EDBB36D0-3BC1-4624-8213-1F895C1A2356}" srcOrd="2" destOrd="0" presId="urn:microsoft.com/office/officeart/2018/2/layout/IconVerticalSolidList"/>
    <dgm:cxn modelId="{E52B8C79-091D-7145-94D9-9A1C4B877D3F}" type="presParOf" srcId="{58FBDC27-BCA0-4AB0-A412-D04C9A51CB29}" destId="{4F79FF08-F5C4-4D01-BF8D-5646282B6368}" srcOrd="3" destOrd="0" presId="urn:microsoft.com/office/officeart/2018/2/layout/IconVerticalSolidList"/>
    <dgm:cxn modelId="{F5555002-FE82-7B49-9EB7-18EE8231A47A}" type="presParOf" srcId="{BE99D619-14ED-4EA4-89F4-3CD32D1043FE}" destId="{C8FAEEE1-989C-4646-995D-6964293E1D36}" srcOrd="5" destOrd="0" presId="urn:microsoft.com/office/officeart/2018/2/layout/IconVerticalSolidList"/>
    <dgm:cxn modelId="{A6FDF245-5166-504B-AFEA-FC856F02C5F7}" type="presParOf" srcId="{BE99D619-14ED-4EA4-89F4-3CD32D1043FE}" destId="{09CA3721-8E72-4AFF-A20C-5FD0A2FFF30E}" srcOrd="6" destOrd="0" presId="urn:microsoft.com/office/officeart/2018/2/layout/IconVerticalSolidList"/>
    <dgm:cxn modelId="{6D3504AF-6556-D34F-89C6-E388C108505C}" type="presParOf" srcId="{09CA3721-8E72-4AFF-A20C-5FD0A2FFF30E}" destId="{CAC69170-AAB4-4531-B067-0375709166CC}" srcOrd="0" destOrd="0" presId="urn:microsoft.com/office/officeart/2018/2/layout/IconVerticalSolidList"/>
    <dgm:cxn modelId="{C7DBD258-E0A4-E24E-BF14-6923F5DED3F2}" type="presParOf" srcId="{09CA3721-8E72-4AFF-A20C-5FD0A2FFF30E}" destId="{E55FD929-9E49-42AD-85A1-91E7E3B708D1}" srcOrd="1" destOrd="0" presId="urn:microsoft.com/office/officeart/2018/2/layout/IconVerticalSolidList"/>
    <dgm:cxn modelId="{525B0140-2A57-ED42-A7A1-26058E0FFB10}" type="presParOf" srcId="{09CA3721-8E72-4AFF-A20C-5FD0A2FFF30E}" destId="{038885CA-3055-4A28-B240-3B5F8AA83ED1}" srcOrd="2" destOrd="0" presId="urn:microsoft.com/office/officeart/2018/2/layout/IconVerticalSolidList"/>
    <dgm:cxn modelId="{ED71C2EC-A5A0-4F45-BC20-5092684C1C5F}" type="presParOf" srcId="{09CA3721-8E72-4AFF-A20C-5FD0A2FFF30E}" destId="{70407A26-744D-4E8E-BDF0-3EBEA587FE0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A245C75-C634-4450-891E-E5F4079AB3B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2EDE78-3A97-46F9-AD46-98882300BE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project did successfully demonstrate how a fine-tuned OpenAI model can generate structured QA test cases from give software requirements input.</a:t>
          </a:r>
        </a:p>
      </dgm:t>
    </dgm:pt>
    <dgm:pt modelId="{81255103-E279-471E-B181-076BF7363707}" type="parTrans" cxnId="{E3F38BD3-E172-424B-8FF2-E4F11E67CA62}">
      <dgm:prSet/>
      <dgm:spPr/>
      <dgm:t>
        <a:bodyPr/>
        <a:lstStyle/>
        <a:p>
          <a:endParaRPr lang="en-US"/>
        </a:p>
      </dgm:t>
    </dgm:pt>
    <dgm:pt modelId="{866D80B6-F0A2-480A-8309-8FFEF83C7116}" type="sibTrans" cxnId="{E3F38BD3-E172-424B-8FF2-E4F11E67CA62}">
      <dgm:prSet/>
      <dgm:spPr/>
      <dgm:t>
        <a:bodyPr/>
        <a:lstStyle/>
        <a:p>
          <a:endParaRPr lang="en-US"/>
        </a:p>
      </dgm:t>
    </dgm:pt>
    <dgm:pt modelId="{11F57C00-E58F-4613-8B5A-C4EC5BC444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Streamlit application provides an interactive interface for generating functional, negative, boundary etc test scenarios.</a:t>
          </a:r>
        </a:p>
      </dgm:t>
    </dgm:pt>
    <dgm:pt modelId="{01D76D5B-E410-4239-AC7D-0F8EBFB6B332}" type="parTrans" cxnId="{FD492DC7-5D84-433D-B4C3-CA26DCF2FB4A}">
      <dgm:prSet/>
      <dgm:spPr/>
      <dgm:t>
        <a:bodyPr/>
        <a:lstStyle/>
        <a:p>
          <a:endParaRPr lang="en-US"/>
        </a:p>
      </dgm:t>
    </dgm:pt>
    <dgm:pt modelId="{77602C24-09A2-4696-AE16-E712F6F58B65}" type="sibTrans" cxnId="{FD492DC7-5D84-433D-B4C3-CA26DCF2FB4A}">
      <dgm:prSet/>
      <dgm:spPr/>
      <dgm:t>
        <a:bodyPr/>
        <a:lstStyle/>
        <a:p>
          <a:endParaRPr lang="en-US"/>
        </a:p>
      </dgm:t>
    </dgm:pt>
    <dgm:pt modelId="{EA78E233-D8AF-41B1-831B-5EA49201D8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Overall, this project combined fine-tuning, prompt engineering, and web application development into a practical AI solution for software testing.</a:t>
          </a:r>
        </a:p>
      </dgm:t>
    </dgm:pt>
    <dgm:pt modelId="{F5A2C934-1191-40F6-B62A-607DEEADBC55}" type="parTrans" cxnId="{C3E3778E-DC8D-4C07-9E00-E6DAED3541D4}">
      <dgm:prSet/>
      <dgm:spPr/>
      <dgm:t>
        <a:bodyPr/>
        <a:lstStyle/>
        <a:p>
          <a:endParaRPr lang="en-US"/>
        </a:p>
      </dgm:t>
    </dgm:pt>
    <dgm:pt modelId="{7CDEE8CA-2BBF-4B3E-B5F2-C5C23D7B337A}" type="sibTrans" cxnId="{C3E3778E-DC8D-4C07-9E00-E6DAED3541D4}">
      <dgm:prSet/>
      <dgm:spPr/>
      <dgm:t>
        <a:bodyPr/>
        <a:lstStyle/>
        <a:p>
          <a:endParaRPr lang="en-US"/>
        </a:p>
      </dgm:t>
    </dgm:pt>
    <dgm:pt modelId="{0CAF8545-D5D4-462F-8513-EEE0F08B8101}" type="pres">
      <dgm:prSet presAssocID="{5A245C75-C634-4450-891E-E5F4079AB3B6}" presName="root" presStyleCnt="0">
        <dgm:presLayoutVars>
          <dgm:dir/>
          <dgm:resizeHandles val="exact"/>
        </dgm:presLayoutVars>
      </dgm:prSet>
      <dgm:spPr/>
    </dgm:pt>
    <dgm:pt modelId="{41F96E6D-B706-4D1D-A5AA-4D648461FC19}" type="pres">
      <dgm:prSet presAssocID="{732EDE78-3A97-46F9-AD46-98882300BE68}" presName="compNode" presStyleCnt="0"/>
      <dgm:spPr/>
    </dgm:pt>
    <dgm:pt modelId="{4830F773-D6EB-46AD-A1BE-8571D9D587C4}" type="pres">
      <dgm:prSet presAssocID="{732EDE78-3A97-46F9-AD46-98882300BE68}" presName="bgRect" presStyleLbl="bgShp" presStyleIdx="0" presStyleCnt="3"/>
      <dgm:spPr/>
    </dgm:pt>
    <dgm:pt modelId="{4D01063B-E42A-4CC7-9267-2538B0CBB1CA}" type="pres">
      <dgm:prSet presAssocID="{732EDE78-3A97-46F9-AD46-98882300BE6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93BE86E-CFF8-40DA-AF8B-AFCA1E608724}" type="pres">
      <dgm:prSet presAssocID="{732EDE78-3A97-46F9-AD46-98882300BE68}" presName="spaceRect" presStyleCnt="0"/>
      <dgm:spPr/>
    </dgm:pt>
    <dgm:pt modelId="{7F069D04-5C6B-4B85-AEF6-505D8CE04C28}" type="pres">
      <dgm:prSet presAssocID="{732EDE78-3A97-46F9-AD46-98882300BE68}" presName="parTx" presStyleLbl="revTx" presStyleIdx="0" presStyleCnt="3">
        <dgm:presLayoutVars>
          <dgm:chMax val="0"/>
          <dgm:chPref val="0"/>
        </dgm:presLayoutVars>
      </dgm:prSet>
      <dgm:spPr/>
    </dgm:pt>
    <dgm:pt modelId="{FCFCEA03-DAEF-4B49-8BD2-EEA670384F68}" type="pres">
      <dgm:prSet presAssocID="{866D80B6-F0A2-480A-8309-8FFEF83C7116}" presName="sibTrans" presStyleCnt="0"/>
      <dgm:spPr/>
    </dgm:pt>
    <dgm:pt modelId="{2AFC3547-5984-4752-8E35-51362B671113}" type="pres">
      <dgm:prSet presAssocID="{11F57C00-E58F-4613-8B5A-C4EC5BC44440}" presName="compNode" presStyleCnt="0"/>
      <dgm:spPr/>
    </dgm:pt>
    <dgm:pt modelId="{EAE0DC05-D7E8-4167-9172-8AA98A7C3A46}" type="pres">
      <dgm:prSet presAssocID="{11F57C00-E58F-4613-8B5A-C4EC5BC44440}" presName="bgRect" presStyleLbl="bgShp" presStyleIdx="1" presStyleCnt="3"/>
      <dgm:spPr/>
    </dgm:pt>
    <dgm:pt modelId="{DB439100-2BB5-4585-A7DE-A9133B355A52}" type="pres">
      <dgm:prSet presAssocID="{11F57C00-E58F-4613-8B5A-C4EC5BC4444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0AB7735-21E0-41A6-B07C-C30C4E7DCEEC}" type="pres">
      <dgm:prSet presAssocID="{11F57C00-E58F-4613-8B5A-C4EC5BC44440}" presName="spaceRect" presStyleCnt="0"/>
      <dgm:spPr/>
    </dgm:pt>
    <dgm:pt modelId="{47A6CF20-1217-45D7-B864-CD1A634C97C2}" type="pres">
      <dgm:prSet presAssocID="{11F57C00-E58F-4613-8B5A-C4EC5BC44440}" presName="parTx" presStyleLbl="revTx" presStyleIdx="1" presStyleCnt="3">
        <dgm:presLayoutVars>
          <dgm:chMax val="0"/>
          <dgm:chPref val="0"/>
        </dgm:presLayoutVars>
      </dgm:prSet>
      <dgm:spPr/>
    </dgm:pt>
    <dgm:pt modelId="{96D7BE96-87FC-4537-A680-6FA9BB94154C}" type="pres">
      <dgm:prSet presAssocID="{77602C24-09A2-4696-AE16-E712F6F58B65}" presName="sibTrans" presStyleCnt="0"/>
      <dgm:spPr/>
    </dgm:pt>
    <dgm:pt modelId="{3F659CC1-F862-4EA6-9CD8-1D76B4B997E7}" type="pres">
      <dgm:prSet presAssocID="{EA78E233-D8AF-41B1-831B-5EA49201D81D}" presName="compNode" presStyleCnt="0"/>
      <dgm:spPr/>
    </dgm:pt>
    <dgm:pt modelId="{44ABC4FE-8CA3-4C52-A15B-0212492D76F5}" type="pres">
      <dgm:prSet presAssocID="{EA78E233-D8AF-41B1-831B-5EA49201D81D}" presName="bgRect" presStyleLbl="bgShp" presStyleIdx="2" presStyleCnt="3"/>
      <dgm:spPr/>
    </dgm:pt>
    <dgm:pt modelId="{36E7DEC7-B731-4140-AC7B-F869511D7263}" type="pres">
      <dgm:prSet presAssocID="{EA78E233-D8AF-41B1-831B-5EA49201D81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2E0F05E-8589-4447-9E6A-232A2D5DFF7E}" type="pres">
      <dgm:prSet presAssocID="{EA78E233-D8AF-41B1-831B-5EA49201D81D}" presName="spaceRect" presStyleCnt="0"/>
      <dgm:spPr/>
    </dgm:pt>
    <dgm:pt modelId="{2444EAF6-FFA2-4699-895F-846F88CE6A9A}" type="pres">
      <dgm:prSet presAssocID="{EA78E233-D8AF-41B1-831B-5EA49201D81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D94FD20-1941-406E-80B9-0F338B3E6F73}" type="presOf" srcId="{5A245C75-C634-4450-891E-E5F4079AB3B6}" destId="{0CAF8545-D5D4-462F-8513-EEE0F08B8101}" srcOrd="0" destOrd="0" presId="urn:microsoft.com/office/officeart/2018/2/layout/IconVerticalSolidList"/>
    <dgm:cxn modelId="{63CA7331-EF0B-46F5-A099-E46AB293737A}" type="presOf" srcId="{11F57C00-E58F-4613-8B5A-C4EC5BC44440}" destId="{47A6CF20-1217-45D7-B864-CD1A634C97C2}" srcOrd="0" destOrd="0" presId="urn:microsoft.com/office/officeart/2018/2/layout/IconVerticalSolidList"/>
    <dgm:cxn modelId="{1A2C968D-E96B-4A65-A504-91584758FD73}" type="presOf" srcId="{732EDE78-3A97-46F9-AD46-98882300BE68}" destId="{7F069D04-5C6B-4B85-AEF6-505D8CE04C28}" srcOrd="0" destOrd="0" presId="urn:microsoft.com/office/officeart/2018/2/layout/IconVerticalSolidList"/>
    <dgm:cxn modelId="{C3E3778E-DC8D-4C07-9E00-E6DAED3541D4}" srcId="{5A245C75-C634-4450-891E-E5F4079AB3B6}" destId="{EA78E233-D8AF-41B1-831B-5EA49201D81D}" srcOrd="2" destOrd="0" parTransId="{F5A2C934-1191-40F6-B62A-607DEEADBC55}" sibTransId="{7CDEE8CA-2BBF-4B3E-B5F2-C5C23D7B337A}"/>
    <dgm:cxn modelId="{4697D398-FE78-48EA-9B13-1412FF046B0C}" type="presOf" srcId="{EA78E233-D8AF-41B1-831B-5EA49201D81D}" destId="{2444EAF6-FFA2-4699-895F-846F88CE6A9A}" srcOrd="0" destOrd="0" presId="urn:microsoft.com/office/officeart/2018/2/layout/IconVerticalSolidList"/>
    <dgm:cxn modelId="{FD492DC7-5D84-433D-B4C3-CA26DCF2FB4A}" srcId="{5A245C75-C634-4450-891E-E5F4079AB3B6}" destId="{11F57C00-E58F-4613-8B5A-C4EC5BC44440}" srcOrd="1" destOrd="0" parTransId="{01D76D5B-E410-4239-AC7D-0F8EBFB6B332}" sibTransId="{77602C24-09A2-4696-AE16-E712F6F58B65}"/>
    <dgm:cxn modelId="{E3F38BD3-E172-424B-8FF2-E4F11E67CA62}" srcId="{5A245C75-C634-4450-891E-E5F4079AB3B6}" destId="{732EDE78-3A97-46F9-AD46-98882300BE68}" srcOrd="0" destOrd="0" parTransId="{81255103-E279-471E-B181-076BF7363707}" sibTransId="{866D80B6-F0A2-480A-8309-8FFEF83C7116}"/>
    <dgm:cxn modelId="{73524F4B-1E8A-4AA9-9D85-BEC28F1BA905}" type="presParOf" srcId="{0CAF8545-D5D4-462F-8513-EEE0F08B8101}" destId="{41F96E6D-B706-4D1D-A5AA-4D648461FC19}" srcOrd="0" destOrd="0" presId="urn:microsoft.com/office/officeart/2018/2/layout/IconVerticalSolidList"/>
    <dgm:cxn modelId="{168AA113-C5A1-480A-8F32-66E891E7C5AA}" type="presParOf" srcId="{41F96E6D-B706-4D1D-A5AA-4D648461FC19}" destId="{4830F773-D6EB-46AD-A1BE-8571D9D587C4}" srcOrd="0" destOrd="0" presId="urn:microsoft.com/office/officeart/2018/2/layout/IconVerticalSolidList"/>
    <dgm:cxn modelId="{4B5E6DA3-7404-477C-B4CC-C0293604B50F}" type="presParOf" srcId="{41F96E6D-B706-4D1D-A5AA-4D648461FC19}" destId="{4D01063B-E42A-4CC7-9267-2538B0CBB1CA}" srcOrd="1" destOrd="0" presId="urn:microsoft.com/office/officeart/2018/2/layout/IconVerticalSolidList"/>
    <dgm:cxn modelId="{BD381CD0-D8FE-436D-93B0-098F2FDCFC99}" type="presParOf" srcId="{41F96E6D-B706-4D1D-A5AA-4D648461FC19}" destId="{893BE86E-CFF8-40DA-AF8B-AFCA1E608724}" srcOrd="2" destOrd="0" presId="urn:microsoft.com/office/officeart/2018/2/layout/IconVerticalSolidList"/>
    <dgm:cxn modelId="{88329B52-E1D4-463C-9BEE-83DE0BFAB2E5}" type="presParOf" srcId="{41F96E6D-B706-4D1D-A5AA-4D648461FC19}" destId="{7F069D04-5C6B-4B85-AEF6-505D8CE04C28}" srcOrd="3" destOrd="0" presId="urn:microsoft.com/office/officeart/2018/2/layout/IconVerticalSolidList"/>
    <dgm:cxn modelId="{1D66992C-0880-4EA8-BAAF-95CF04F31DA1}" type="presParOf" srcId="{0CAF8545-D5D4-462F-8513-EEE0F08B8101}" destId="{FCFCEA03-DAEF-4B49-8BD2-EEA670384F68}" srcOrd="1" destOrd="0" presId="urn:microsoft.com/office/officeart/2018/2/layout/IconVerticalSolidList"/>
    <dgm:cxn modelId="{664EFA3B-3191-43DD-9A83-099AFBB8B6A2}" type="presParOf" srcId="{0CAF8545-D5D4-462F-8513-EEE0F08B8101}" destId="{2AFC3547-5984-4752-8E35-51362B671113}" srcOrd="2" destOrd="0" presId="urn:microsoft.com/office/officeart/2018/2/layout/IconVerticalSolidList"/>
    <dgm:cxn modelId="{8564D99E-D080-4FCC-9F9B-18FC533D8373}" type="presParOf" srcId="{2AFC3547-5984-4752-8E35-51362B671113}" destId="{EAE0DC05-D7E8-4167-9172-8AA98A7C3A46}" srcOrd="0" destOrd="0" presId="urn:microsoft.com/office/officeart/2018/2/layout/IconVerticalSolidList"/>
    <dgm:cxn modelId="{DBC7BC85-5A6C-43B7-84C0-B5D82609A38F}" type="presParOf" srcId="{2AFC3547-5984-4752-8E35-51362B671113}" destId="{DB439100-2BB5-4585-A7DE-A9133B355A52}" srcOrd="1" destOrd="0" presId="urn:microsoft.com/office/officeart/2018/2/layout/IconVerticalSolidList"/>
    <dgm:cxn modelId="{40FE7239-73FF-4BBA-896F-7895174743CD}" type="presParOf" srcId="{2AFC3547-5984-4752-8E35-51362B671113}" destId="{F0AB7735-21E0-41A6-B07C-C30C4E7DCEEC}" srcOrd="2" destOrd="0" presId="urn:microsoft.com/office/officeart/2018/2/layout/IconVerticalSolidList"/>
    <dgm:cxn modelId="{E3C637F2-D23C-423E-A6F8-E463983B43CB}" type="presParOf" srcId="{2AFC3547-5984-4752-8E35-51362B671113}" destId="{47A6CF20-1217-45D7-B864-CD1A634C97C2}" srcOrd="3" destOrd="0" presId="urn:microsoft.com/office/officeart/2018/2/layout/IconVerticalSolidList"/>
    <dgm:cxn modelId="{5BC84E10-454F-4A2B-BD19-3F19BE308916}" type="presParOf" srcId="{0CAF8545-D5D4-462F-8513-EEE0F08B8101}" destId="{96D7BE96-87FC-4537-A680-6FA9BB94154C}" srcOrd="3" destOrd="0" presId="urn:microsoft.com/office/officeart/2018/2/layout/IconVerticalSolidList"/>
    <dgm:cxn modelId="{F6E7008A-2C69-4694-8BE4-C4FBB8D8730E}" type="presParOf" srcId="{0CAF8545-D5D4-462F-8513-EEE0F08B8101}" destId="{3F659CC1-F862-4EA6-9CD8-1D76B4B997E7}" srcOrd="4" destOrd="0" presId="urn:microsoft.com/office/officeart/2018/2/layout/IconVerticalSolidList"/>
    <dgm:cxn modelId="{5416B5F2-4A0B-4EE1-A9BE-72506785BC13}" type="presParOf" srcId="{3F659CC1-F862-4EA6-9CD8-1D76B4B997E7}" destId="{44ABC4FE-8CA3-4C52-A15B-0212492D76F5}" srcOrd="0" destOrd="0" presId="urn:microsoft.com/office/officeart/2018/2/layout/IconVerticalSolidList"/>
    <dgm:cxn modelId="{9542C487-FE52-4498-BDDD-E7A41B7C4EBE}" type="presParOf" srcId="{3F659CC1-F862-4EA6-9CD8-1D76B4B997E7}" destId="{36E7DEC7-B731-4140-AC7B-F869511D7263}" srcOrd="1" destOrd="0" presId="urn:microsoft.com/office/officeart/2018/2/layout/IconVerticalSolidList"/>
    <dgm:cxn modelId="{5D700B55-3C06-4CA2-A166-873BD7F26A17}" type="presParOf" srcId="{3F659CC1-F862-4EA6-9CD8-1D76B4B997E7}" destId="{02E0F05E-8589-4447-9E6A-232A2D5DFF7E}" srcOrd="2" destOrd="0" presId="urn:microsoft.com/office/officeart/2018/2/layout/IconVerticalSolidList"/>
    <dgm:cxn modelId="{13034403-8B4F-4970-AEDE-843AD86886A8}" type="presParOf" srcId="{3F659CC1-F862-4EA6-9CD8-1D76B4B997E7}" destId="{2444EAF6-FFA2-4699-895F-846F88CE6A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97BA98-B977-4FAC-9089-50039AD448E0}">
      <dsp:nvSpPr>
        <dsp:cNvPr id="0" name=""/>
        <dsp:cNvSpPr/>
      </dsp:nvSpPr>
      <dsp:spPr>
        <a:xfrm>
          <a:off x="0" y="2212"/>
          <a:ext cx="5328412" cy="11213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5F9C2D-AF62-4653-AE3B-3C29B3504613}">
      <dsp:nvSpPr>
        <dsp:cNvPr id="0" name=""/>
        <dsp:cNvSpPr/>
      </dsp:nvSpPr>
      <dsp:spPr>
        <a:xfrm>
          <a:off x="339215" y="254521"/>
          <a:ext cx="616755" cy="6167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BB1A7-A018-4DBA-8B95-D2A9B49F1D9F}">
      <dsp:nvSpPr>
        <dsp:cNvPr id="0" name=""/>
        <dsp:cNvSpPr/>
      </dsp:nvSpPr>
      <dsp:spPr>
        <a:xfrm>
          <a:off x="1295187" y="2212"/>
          <a:ext cx="4033224" cy="1121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679" tIns="118679" rIns="118679" bIns="11867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This milestone project uses the fine-tuned OpenAI model to generate structured QA test cases.</a:t>
          </a:r>
        </a:p>
      </dsp:txBody>
      <dsp:txXfrm>
        <a:off x="1295187" y="2212"/>
        <a:ext cx="4033224" cy="1121374"/>
      </dsp:txXfrm>
    </dsp:sp>
    <dsp:sp modelId="{28D38830-FE5C-4021-8F54-3943CD4DD311}">
      <dsp:nvSpPr>
        <dsp:cNvPr id="0" name=""/>
        <dsp:cNvSpPr/>
      </dsp:nvSpPr>
      <dsp:spPr>
        <a:xfrm>
          <a:off x="0" y="1403930"/>
          <a:ext cx="5328412" cy="11213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5368F-B959-4FB3-A27D-000D378AF123}">
      <dsp:nvSpPr>
        <dsp:cNvPr id="0" name=""/>
        <dsp:cNvSpPr/>
      </dsp:nvSpPr>
      <dsp:spPr>
        <a:xfrm>
          <a:off x="339215" y="1656239"/>
          <a:ext cx="616755" cy="6167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38B880-065B-4B89-84FA-2E9F0769982A}">
      <dsp:nvSpPr>
        <dsp:cNvPr id="0" name=""/>
        <dsp:cNvSpPr/>
      </dsp:nvSpPr>
      <dsp:spPr>
        <a:xfrm>
          <a:off x="1295187" y="1403930"/>
          <a:ext cx="4033224" cy="1121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679" tIns="118679" rIns="118679" bIns="11867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application is developed by using Python and Streamlit.</a:t>
          </a:r>
          <a:endParaRPr lang="en-US" sz="1700" kern="1200" dirty="0"/>
        </a:p>
      </dsp:txBody>
      <dsp:txXfrm>
        <a:off x="1295187" y="1403930"/>
        <a:ext cx="4033224" cy="1121374"/>
      </dsp:txXfrm>
    </dsp:sp>
    <dsp:sp modelId="{946477C4-C323-412F-9DB9-1F4449A9541D}">
      <dsp:nvSpPr>
        <dsp:cNvPr id="0" name=""/>
        <dsp:cNvSpPr/>
      </dsp:nvSpPr>
      <dsp:spPr>
        <a:xfrm>
          <a:off x="0" y="2805647"/>
          <a:ext cx="5328412" cy="11213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794FF-3862-49C2-846B-95C6CA6EC9A8}">
      <dsp:nvSpPr>
        <dsp:cNvPr id="0" name=""/>
        <dsp:cNvSpPr/>
      </dsp:nvSpPr>
      <dsp:spPr>
        <a:xfrm>
          <a:off x="339215" y="3057956"/>
          <a:ext cx="616755" cy="6167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FD07B5-1BA1-4F6C-A30A-5EED6E1DB7ED}">
      <dsp:nvSpPr>
        <dsp:cNvPr id="0" name=""/>
        <dsp:cNvSpPr/>
      </dsp:nvSpPr>
      <dsp:spPr>
        <a:xfrm>
          <a:off x="1295187" y="2805647"/>
          <a:ext cx="4033224" cy="1121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679" tIns="118679" rIns="118679" bIns="11867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Users can enter software requirements and application automatically generates the  detailed QA test test cases.</a:t>
          </a:r>
        </a:p>
      </dsp:txBody>
      <dsp:txXfrm>
        <a:off x="1295187" y="2805647"/>
        <a:ext cx="4033224" cy="1121374"/>
      </dsp:txXfrm>
    </dsp:sp>
    <dsp:sp modelId="{FB63D5C9-986D-4223-805B-BCD81B088E4A}">
      <dsp:nvSpPr>
        <dsp:cNvPr id="0" name=""/>
        <dsp:cNvSpPr/>
      </dsp:nvSpPr>
      <dsp:spPr>
        <a:xfrm>
          <a:off x="0" y="4207365"/>
          <a:ext cx="5328412" cy="11213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FBB1D8-0DE9-4DC2-91E2-930B94E461B8}">
      <dsp:nvSpPr>
        <dsp:cNvPr id="0" name=""/>
        <dsp:cNvSpPr/>
      </dsp:nvSpPr>
      <dsp:spPr>
        <a:xfrm>
          <a:off x="339215" y="4459674"/>
          <a:ext cx="616755" cy="6167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0F9FAC-48DE-4237-9950-0E1849A13C2A}">
      <dsp:nvSpPr>
        <dsp:cNvPr id="0" name=""/>
        <dsp:cNvSpPr/>
      </dsp:nvSpPr>
      <dsp:spPr>
        <a:xfrm>
          <a:off x="1295187" y="4207365"/>
          <a:ext cx="4033224" cy="1121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679" tIns="118679" rIns="118679" bIns="11867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Generated outputs include functional, negative, security etc test cases.</a:t>
          </a:r>
        </a:p>
      </dsp:txBody>
      <dsp:txXfrm>
        <a:off x="1295187" y="4207365"/>
        <a:ext cx="4033224" cy="11213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4F6D60-2067-2240-9388-D34446969232}">
      <dsp:nvSpPr>
        <dsp:cNvPr id="0" name=""/>
        <dsp:cNvSpPr/>
      </dsp:nvSpPr>
      <dsp:spPr>
        <a:xfrm>
          <a:off x="0" y="1270"/>
          <a:ext cx="5328412" cy="5328412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E892C7-B9F5-8243-83EE-5C6B281B719E}">
      <dsp:nvSpPr>
        <dsp:cNvPr id="0" name=""/>
        <dsp:cNvSpPr/>
      </dsp:nvSpPr>
      <dsp:spPr>
        <a:xfrm>
          <a:off x="506199" y="507469"/>
          <a:ext cx="2078080" cy="20780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 QA-focused dataset was created using multiple software requirement examples.</a:t>
          </a:r>
        </a:p>
      </dsp:txBody>
      <dsp:txXfrm>
        <a:off x="607643" y="608913"/>
        <a:ext cx="1875192" cy="1875192"/>
      </dsp:txXfrm>
    </dsp:sp>
    <dsp:sp modelId="{A8EE4612-E42F-834E-9F5E-8D04C7DA72E1}">
      <dsp:nvSpPr>
        <dsp:cNvPr id="0" name=""/>
        <dsp:cNvSpPr/>
      </dsp:nvSpPr>
      <dsp:spPr>
        <a:xfrm>
          <a:off x="2744132" y="507469"/>
          <a:ext cx="2078080" cy="20780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Training data was transformed into JSONL format for OpenAI fine-tuning.</a:t>
          </a:r>
        </a:p>
      </dsp:txBody>
      <dsp:txXfrm>
        <a:off x="2845576" y="608913"/>
        <a:ext cx="1875192" cy="1875192"/>
      </dsp:txXfrm>
    </dsp:sp>
    <dsp:sp modelId="{D90AF94A-AD14-D94C-AF4B-2A69F384B09E}">
      <dsp:nvSpPr>
        <dsp:cNvPr id="0" name=""/>
        <dsp:cNvSpPr/>
      </dsp:nvSpPr>
      <dsp:spPr>
        <a:xfrm>
          <a:off x="506199" y="2745402"/>
          <a:ext cx="2078080" cy="20780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fine-tuned model was trained using the OpenAI API.</a:t>
          </a:r>
        </a:p>
      </dsp:txBody>
      <dsp:txXfrm>
        <a:off x="607643" y="2846846"/>
        <a:ext cx="1875192" cy="1875192"/>
      </dsp:txXfrm>
    </dsp:sp>
    <dsp:sp modelId="{4CC7F745-21B9-B34C-B0D6-894B2D89EBFB}">
      <dsp:nvSpPr>
        <dsp:cNvPr id="0" name=""/>
        <dsp:cNvSpPr/>
      </dsp:nvSpPr>
      <dsp:spPr>
        <a:xfrm>
          <a:off x="2744132" y="2745402"/>
          <a:ext cx="2078080" cy="20780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Training metrics and generated outputs were reviewed after the job succeeded.</a:t>
          </a:r>
        </a:p>
      </dsp:txBody>
      <dsp:txXfrm>
        <a:off x="2845576" y="2846846"/>
        <a:ext cx="1875192" cy="18751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953A6-FB12-4E8F-9CF0-30DDF9868EA8}">
      <dsp:nvSpPr>
        <dsp:cNvPr id="0" name=""/>
        <dsp:cNvSpPr/>
      </dsp:nvSpPr>
      <dsp:spPr>
        <a:xfrm>
          <a:off x="0" y="2125"/>
          <a:ext cx="5486400" cy="1077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E64617-E2A0-43A0-9CD5-69CCAE24FA1E}">
      <dsp:nvSpPr>
        <dsp:cNvPr id="0" name=""/>
        <dsp:cNvSpPr/>
      </dsp:nvSpPr>
      <dsp:spPr>
        <a:xfrm>
          <a:off x="325833" y="244480"/>
          <a:ext cx="592424" cy="5924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9CF8A-F33A-4CD7-8212-7E634D2A98F6}">
      <dsp:nvSpPr>
        <dsp:cNvPr id="0" name=""/>
        <dsp:cNvSpPr/>
      </dsp:nvSpPr>
      <dsp:spPr>
        <a:xfrm>
          <a:off x="1244090" y="2125"/>
          <a:ext cx="4242309" cy="1077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97" tIns="113997" rIns="113997" bIns="11399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fine-tuned model successfully generated structured QA test cases as expected with different input.</a:t>
          </a:r>
        </a:p>
      </dsp:txBody>
      <dsp:txXfrm>
        <a:off x="1244090" y="2125"/>
        <a:ext cx="4242309" cy="1077134"/>
      </dsp:txXfrm>
    </dsp:sp>
    <dsp:sp modelId="{BD30F148-052B-40B0-951A-BA36377187EF}">
      <dsp:nvSpPr>
        <dsp:cNvPr id="0" name=""/>
        <dsp:cNvSpPr/>
      </dsp:nvSpPr>
      <dsp:spPr>
        <a:xfrm>
          <a:off x="0" y="1348543"/>
          <a:ext cx="5486400" cy="1077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04EFF8-6706-4658-A06A-59C6778E053B}">
      <dsp:nvSpPr>
        <dsp:cNvPr id="0" name=""/>
        <dsp:cNvSpPr/>
      </dsp:nvSpPr>
      <dsp:spPr>
        <a:xfrm>
          <a:off x="325833" y="1590898"/>
          <a:ext cx="592424" cy="5924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5D30A-1483-4DAB-BB12-0BDA3694D6F2}">
      <dsp:nvSpPr>
        <dsp:cNvPr id="0" name=""/>
        <dsp:cNvSpPr/>
      </dsp:nvSpPr>
      <dsp:spPr>
        <a:xfrm>
          <a:off x="1244090" y="1348543"/>
          <a:ext cx="4242309" cy="1077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97" tIns="113997" rIns="113997" bIns="11399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Outputs test cases included functional, negative, security scenarios.</a:t>
          </a:r>
        </a:p>
      </dsp:txBody>
      <dsp:txXfrm>
        <a:off x="1244090" y="1348543"/>
        <a:ext cx="4242309" cy="1077134"/>
      </dsp:txXfrm>
    </dsp:sp>
    <dsp:sp modelId="{0AE91337-E139-4060-AEBD-D282961C9E2D}">
      <dsp:nvSpPr>
        <dsp:cNvPr id="0" name=""/>
        <dsp:cNvSpPr/>
      </dsp:nvSpPr>
      <dsp:spPr>
        <a:xfrm>
          <a:off x="0" y="2694961"/>
          <a:ext cx="5486400" cy="1077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722FE5-EE4E-4900-A96F-59D2B67AC0DF}">
      <dsp:nvSpPr>
        <dsp:cNvPr id="0" name=""/>
        <dsp:cNvSpPr/>
      </dsp:nvSpPr>
      <dsp:spPr>
        <a:xfrm>
          <a:off x="325833" y="2937317"/>
          <a:ext cx="592424" cy="5924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3469B-CFD2-425C-8EFB-271F3C09DE92}">
      <dsp:nvSpPr>
        <dsp:cNvPr id="0" name=""/>
        <dsp:cNvSpPr/>
      </dsp:nvSpPr>
      <dsp:spPr>
        <a:xfrm>
          <a:off x="1244090" y="2694961"/>
          <a:ext cx="4242309" cy="1077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97" tIns="113997" rIns="113997" bIns="11399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Streamlit application successfully integrated the trained model.</a:t>
          </a:r>
        </a:p>
      </dsp:txBody>
      <dsp:txXfrm>
        <a:off x="1244090" y="2694961"/>
        <a:ext cx="4242309" cy="1077134"/>
      </dsp:txXfrm>
    </dsp:sp>
    <dsp:sp modelId="{B62D29E2-245C-430B-8D9F-406843C5C3AF}">
      <dsp:nvSpPr>
        <dsp:cNvPr id="0" name=""/>
        <dsp:cNvSpPr/>
      </dsp:nvSpPr>
      <dsp:spPr>
        <a:xfrm>
          <a:off x="0" y="4041380"/>
          <a:ext cx="5486400" cy="1077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FDBB64-3060-45BA-A00B-F396F453F177}">
      <dsp:nvSpPr>
        <dsp:cNvPr id="0" name=""/>
        <dsp:cNvSpPr/>
      </dsp:nvSpPr>
      <dsp:spPr>
        <a:xfrm>
          <a:off x="325833" y="4283735"/>
          <a:ext cx="592424" cy="5924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FFC8B-ADAB-42AA-93A3-C136550A9C5E}">
      <dsp:nvSpPr>
        <dsp:cNvPr id="0" name=""/>
        <dsp:cNvSpPr/>
      </dsp:nvSpPr>
      <dsp:spPr>
        <a:xfrm>
          <a:off x="1244090" y="4041380"/>
          <a:ext cx="4242309" cy="1077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97" tIns="113997" rIns="113997" bIns="11399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Generated outputs has followed a consistent markdown table format.</a:t>
          </a:r>
        </a:p>
      </dsp:txBody>
      <dsp:txXfrm>
        <a:off x="1244090" y="4041380"/>
        <a:ext cx="4242309" cy="10771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62E9AB-972B-4313-9F08-3F562A436B5A}">
      <dsp:nvSpPr>
        <dsp:cNvPr id="0" name=""/>
        <dsp:cNvSpPr/>
      </dsp:nvSpPr>
      <dsp:spPr>
        <a:xfrm>
          <a:off x="0" y="2092"/>
          <a:ext cx="5470207" cy="10605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923666-F7AA-4B54-97E8-1BE84A8683A4}">
      <dsp:nvSpPr>
        <dsp:cNvPr id="0" name=""/>
        <dsp:cNvSpPr/>
      </dsp:nvSpPr>
      <dsp:spPr>
        <a:xfrm>
          <a:off x="320818" y="240717"/>
          <a:ext cx="583306" cy="5833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02258-2E7F-42C7-8929-E3A4C452B46A}">
      <dsp:nvSpPr>
        <dsp:cNvPr id="0" name=""/>
        <dsp:cNvSpPr/>
      </dsp:nvSpPr>
      <dsp:spPr>
        <a:xfrm>
          <a:off x="1224942" y="2092"/>
          <a:ext cx="4245264" cy="1060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242" tIns="112242" rIns="112242" bIns="11224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Add functionality to support BDD and Gherkin scenario generation.</a:t>
          </a:r>
        </a:p>
      </dsp:txBody>
      <dsp:txXfrm>
        <a:off x="1224942" y="2092"/>
        <a:ext cx="4245264" cy="1060556"/>
      </dsp:txXfrm>
    </dsp:sp>
    <dsp:sp modelId="{6AFBB02D-C759-4D5A-91F4-F283A2F8EE84}">
      <dsp:nvSpPr>
        <dsp:cNvPr id="0" name=""/>
        <dsp:cNvSpPr/>
      </dsp:nvSpPr>
      <dsp:spPr>
        <a:xfrm>
          <a:off x="0" y="1327788"/>
          <a:ext cx="5470207" cy="10605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F465F6-7C06-40E1-933B-A49A512E3D76}">
      <dsp:nvSpPr>
        <dsp:cNvPr id="0" name=""/>
        <dsp:cNvSpPr/>
      </dsp:nvSpPr>
      <dsp:spPr>
        <a:xfrm>
          <a:off x="320818" y="1566413"/>
          <a:ext cx="583306" cy="5833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C3186-1831-4133-85B1-FA0F0FA65034}">
      <dsp:nvSpPr>
        <dsp:cNvPr id="0" name=""/>
        <dsp:cNvSpPr/>
      </dsp:nvSpPr>
      <dsp:spPr>
        <a:xfrm>
          <a:off x="1224942" y="1327788"/>
          <a:ext cx="4245264" cy="1060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242" tIns="112242" rIns="112242" bIns="11224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Add support for Excel, CSV import/exports.</a:t>
          </a:r>
        </a:p>
      </dsp:txBody>
      <dsp:txXfrm>
        <a:off x="1224942" y="1327788"/>
        <a:ext cx="4245264" cy="1060556"/>
      </dsp:txXfrm>
    </dsp:sp>
    <dsp:sp modelId="{F94F46AC-F86D-4A02-9915-FBF52D247114}">
      <dsp:nvSpPr>
        <dsp:cNvPr id="0" name=""/>
        <dsp:cNvSpPr/>
      </dsp:nvSpPr>
      <dsp:spPr>
        <a:xfrm>
          <a:off x="0" y="2653484"/>
          <a:ext cx="5470207" cy="10605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07FBF6-3251-4014-BD8A-2EC87536F070}">
      <dsp:nvSpPr>
        <dsp:cNvPr id="0" name=""/>
        <dsp:cNvSpPr/>
      </dsp:nvSpPr>
      <dsp:spPr>
        <a:xfrm>
          <a:off x="320818" y="2892109"/>
          <a:ext cx="583306" cy="5833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79FF08-F5C4-4D01-BF8D-5646282B6368}">
      <dsp:nvSpPr>
        <dsp:cNvPr id="0" name=""/>
        <dsp:cNvSpPr/>
      </dsp:nvSpPr>
      <dsp:spPr>
        <a:xfrm>
          <a:off x="1224942" y="2653484"/>
          <a:ext cx="4245264" cy="1060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242" tIns="112242" rIns="112242" bIns="11224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Deploy the application publicly using Streamlit Cloud.</a:t>
          </a:r>
        </a:p>
      </dsp:txBody>
      <dsp:txXfrm>
        <a:off x="1224942" y="2653484"/>
        <a:ext cx="4245264" cy="1060556"/>
      </dsp:txXfrm>
    </dsp:sp>
    <dsp:sp modelId="{CAC69170-AAB4-4531-B067-0375709166CC}">
      <dsp:nvSpPr>
        <dsp:cNvPr id="0" name=""/>
        <dsp:cNvSpPr/>
      </dsp:nvSpPr>
      <dsp:spPr>
        <a:xfrm>
          <a:off x="0" y="3979179"/>
          <a:ext cx="5470207" cy="10605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5FD929-9E49-42AD-85A1-91E7E3B708D1}">
      <dsp:nvSpPr>
        <dsp:cNvPr id="0" name=""/>
        <dsp:cNvSpPr/>
      </dsp:nvSpPr>
      <dsp:spPr>
        <a:xfrm>
          <a:off x="320818" y="4217805"/>
          <a:ext cx="583306" cy="5833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07A26-744D-4E8E-BDF0-3EBEA587FE0D}">
      <dsp:nvSpPr>
        <dsp:cNvPr id="0" name=""/>
        <dsp:cNvSpPr/>
      </dsp:nvSpPr>
      <dsp:spPr>
        <a:xfrm>
          <a:off x="1224942" y="3979179"/>
          <a:ext cx="4245264" cy="1060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242" tIns="112242" rIns="112242" bIns="11224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Can enhance the project with automation script generation.</a:t>
          </a:r>
        </a:p>
      </dsp:txBody>
      <dsp:txXfrm>
        <a:off x="1224942" y="3979179"/>
        <a:ext cx="4245264" cy="10605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30F773-D6EB-46AD-A1BE-8571D9D587C4}">
      <dsp:nvSpPr>
        <dsp:cNvPr id="0" name=""/>
        <dsp:cNvSpPr/>
      </dsp:nvSpPr>
      <dsp:spPr>
        <a:xfrm>
          <a:off x="0" y="625"/>
          <a:ext cx="5486400" cy="14626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01063B-E42A-4CC7-9267-2538B0CBB1CA}">
      <dsp:nvSpPr>
        <dsp:cNvPr id="0" name=""/>
        <dsp:cNvSpPr/>
      </dsp:nvSpPr>
      <dsp:spPr>
        <a:xfrm>
          <a:off x="442461" y="329728"/>
          <a:ext cx="804475" cy="8044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69D04-5C6B-4B85-AEF6-505D8CE04C28}">
      <dsp:nvSpPr>
        <dsp:cNvPr id="0" name=""/>
        <dsp:cNvSpPr/>
      </dsp:nvSpPr>
      <dsp:spPr>
        <a:xfrm>
          <a:off x="1689398" y="625"/>
          <a:ext cx="3797001" cy="1462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01" tIns="154801" rIns="154801" bIns="15480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This project did successfully demonstrate how a fine-tuned OpenAI model can generate structured QA test cases from give software requirements input.</a:t>
          </a:r>
        </a:p>
      </dsp:txBody>
      <dsp:txXfrm>
        <a:off x="1689398" y="625"/>
        <a:ext cx="3797001" cy="1462682"/>
      </dsp:txXfrm>
    </dsp:sp>
    <dsp:sp modelId="{EAE0DC05-D7E8-4167-9172-8AA98A7C3A46}">
      <dsp:nvSpPr>
        <dsp:cNvPr id="0" name=""/>
        <dsp:cNvSpPr/>
      </dsp:nvSpPr>
      <dsp:spPr>
        <a:xfrm>
          <a:off x="0" y="1828978"/>
          <a:ext cx="5486400" cy="14626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39100-2BB5-4585-A7DE-A9133B355A52}">
      <dsp:nvSpPr>
        <dsp:cNvPr id="0" name=""/>
        <dsp:cNvSpPr/>
      </dsp:nvSpPr>
      <dsp:spPr>
        <a:xfrm>
          <a:off x="442461" y="2158082"/>
          <a:ext cx="804475" cy="8044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6CF20-1217-45D7-B864-CD1A634C97C2}">
      <dsp:nvSpPr>
        <dsp:cNvPr id="0" name=""/>
        <dsp:cNvSpPr/>
      </dsp:nvSpPr>
      <dsp:spPr>
        <a:xfrm>
          <a:off x="1689398" y="1828978"/>
          <a:ext cx="3797001" cy="1462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01" tIns="154801" rIns="154801" bIns="15480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Streamlit application provides an interactive interface for generating functional, negative, boundary etc test scenarios.</a:t>
          </a:r>
        </a:p>
      </dsp:txBody>
      <dsp:txXfrm>
        <a:off x="1689398" y="1828978"/>
        <a:ext cx="3797001" cy="1462682"/>
      </dsp:txXfrm>
    </dsp:sp>
    <dsp:sp modelId="{44ABC4FE-8CA3-4C52-A15B-0212492D76F5}">
      <dsp:nvSpPr>
        <dsp:cNvPr id="0" name=""/>
        <dsp:cNvSpPr/>
      </dsp:nvSpPr>
      <dsp:spPr>
        <a:xfrm>
          <a:off x="0" y="3657332"/>
          <a:ext cx="5486400" cy="14626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7DEC7-B731-4140-AC7B-F869511D7263}">
      <dsp:nvSpPr>
        <dsp:cNvPr id="0" name=""/>
        <dsp:cNvSpPr/>
      </dsp:nvSpPr>
      <dsp:spPr>
        <a:xfrm>
          <a:off x="442461" y="3986435"/>
          <a:ext cx="804475" cy="8044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44EAF6-FFA2-4699-895F-846F88CE6A9A}">
      <dsp:nvSpPr>
        <dsp:cNvPr id="0" name=""/>
        <dsp:cNvSpPr/>
      </dsp:nvSpPr>
      <dsp:spPr>
        <a:xfrm>
          <a:off x="1689398" y="3657332"/>
          <a:ext cx="3797001" cy="1462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01" tIns="154801" rIns="154801" bIns="15480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Overall, this project combined fine-tuning, prompt engineering, and web application development into a practical AI solution for software testing.</a:t>
          </a:r>
        </a:p>
      </dsp:txBody>
      <dsp:txXfrm>
        <a:off x="1689398" y="3657332"/>
        <a:ext cx="3797001" cy="14626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C01A77-FBC5-70B3-925E-7055D8A382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AD777-BFA1-E48F-900B-70034EB34E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56A3C-6784-A646-BEAE-BD1B167BEEC0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7274B1-B5B1-FD15-9E49-7BAB0F0C53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Bellevue University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788FB-3E45-4F02-3B53-A9BF1E5D59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FD4B3-8A17-B044-A10B-84CD2D952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759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65DDDF-0EB8-C14C-8553-E45176392378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Bellevue University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FA6B9-62BD-B240-B362-7F09EA02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966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CA28C-DD56-3A4B-B574-6BD8A15312C3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523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47BD7-A90C-C14C-B289-A3C9CB5150C8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094BD09-F2A4-66B8-0460-55C2DB2D5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643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0F5DC-445A-2C42-B53A-36F2D444B9B6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54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C255-1BAB-AA40-86E2-44795DE6F0F5}" type="datetime1">
              <a:rPr lang="en-US" smtClean="0"/>
              <a:t>5/26/26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70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25BAE-EFDA-2047-AC1D-D8724A384F81}" type="datetime1">
              <a:rPr lang="en-US" smtClean="0"/>
              <a:t>5/26/26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132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913B-B355-7D46-B2D3-AE840F1BC2AE}" type="datetime1">
              <a:rPr lang="en-US" smtClean="0"/>
              <a:t>5/26/26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87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452D1-96E4-664F-8E99-5900CCCA49F1}" type="datetime1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59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AF616-5749-7441-B14E-DA35820732F3}" type="datetime1">
              <a:rPr lang="en-US" smtClean="0"/>
              <a:t>5/26/26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2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6EE7-1B5A-CF43-8CC5-94CA945355A9}" type="datetime1">
              <a:rPr lang="en-US" smtClean="0"/>
              <a:t>5/26/26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78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4EDEC-A320-1245-BFD4-E83489F96258}" type="datetime1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05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63B2D-62FB-3148-9880-8F7A451DFBF5}" type="datetime1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69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30244B-8845-FB43-995E-8C81039A5D20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Bellevue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32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613" y="1298447"/>
            <a:ext cx="6873765" cy="1402711"/>
          </a:xfrm>
        </p:spPr>
        <p:txBody>
          <a:bodyPr>
            <a:normAutofit/>
          </a:bodyPr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Test Case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8680" y="3930869"/>
            <a:ext cx="5486400" cy="1870841"/>
          </a:xfrm>
        </p:spPr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Roshan GC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buClrTx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DSC670-T301 Advance Uses of Generative AI (2265-1)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buClrTx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Bellevue University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5/31/2026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869EF-5BD7-28B5-9388-07BEB290E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845DB188-4006-4207-A473-B4B569C5B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AB4522D-D095-4687-BFB3-976E665A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F7C9B3-01BE-4D46-ACA2-312DFE36A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2000"/>
            <a:ext cx="2582693" cy="53400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3F012-1D3E-EC2B-7A3B-1838E3E7B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2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</a:t>
            </a:fld>
            <a:endParaRPr lang="en-US" sz="1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D98E20E-7928-2E4B-2BF9-FDEDE4CF2F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4334189"/>
              </p:ext>
            </p:extLst>
          </p:nvPr>
        </p:nvGraphicFramePr>
        <p:xfrm>
          <a:off x="3044951" y="758952"/>
          <a:ext cx="5328412" cy="5330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Title 19">
            <a:extLst>
              <a:ext uri="{FF2B5EF4-FFF2-40B4-BE49-F238E27FC236}">
                <a16:creationId xmlns:a16="http://schemas.microsoft.com/office/drawing/2014/main" id="{BC88DA3E-A4DD-E8A8-3CF0-6BA291599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8096"/>
            <a:ext cx="2582693" cy="5340036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Project           Overview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845DB188-4006-4207-A473-B4B569C5B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AB4522D-D095-4687-BFB3-976E665A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DF7C9B3-01BE-4D46-ACA2-312DFE36A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2000"/>
            <a:ext cx="2582693" cy="53400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8096"/>
            <a:ext cx="2659117" cy="5340036"/>
          </a:xfr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Fine-Tuning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1794F-8C38-B402-F244-AEC19325B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2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3</a:t>
            </a:fld>
            <a:endParaRPr lang="en-US" sz="1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6021D1AB-3400-AEB6-9A93-9CA5C6ECA1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0213348"/>
              </p:ext>
            </p:extLst>
          </p:nvPr>
        </p:nvGraphicFramePr>
        <p:xfrm>
          <a:off x="3044951" y="758952"/>
          <a:ext cx="5328412" cy="5330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F645BF8-7885-4398-80BC-4C0DF24F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12FB65-CD2B-4005-B910-132DCE19F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F10E5D-665D-F5E6-3510-B3AE64D92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89" y="1123837"/>
            <a:ext cx="2469428" cy="46011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Development Environment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24063-FC6C-ACBB-A2A7-5790092CBE4E}"/>
              </a:ext>
            </a:extLst>
          </p:cNvPr>
          <p:cNvSpPr txBox="1"/>
          <p:nvPr/>
        </p:nvSpPr>
        <p:spPr>
          <a:xfrm>
            <a:off x="2873847" y="777559"/>
            <a:ext cx="5486400" cy="9459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project was developed in VS Code by using Python,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Streamlit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and the OpenAI API. The application was executed locally and connected to the fine-tuned GPT model. (http://localhost:8502/)</a:t>
            </a:r>
          </a:p>
        </p:txBody>
      </p:sp>
      <p:pic>
        <p:nvPicPr>
          <p:cNvPr id="5" name="Content Placeholder 4" descr="Screenshot 2026-05-25 at 5.27.01 PM.png">
            <a:extLst>
              <a:ext uri="{FF2B5EF4-FFF2-40B4-BE49-F238E27FC236}">
                <a16:creationId xmlns:a16="http://schemas.microsoft.com/office/drawing/2014/main" id="{301B07CA-4FF7-48F5-13E4-301E07EDC2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3847" y="1849822"/>
            <a:ext cx="5514504" cy="42306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AE4016-9547-3476-AE98-1ED98EBAD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200" b="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4</a:t>
            </a:fld>
            <a:endParaRPr lang="en-US" sz="1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9154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4F645BF8-7885-4398-80BC-4C0DF24F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212FB65-CD2B-4005-B910-132DCE19F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B5DC95B7-2A72-483B-BA19-2BE751205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C822AFE-7E96-4A51-9E55-FCAEACD21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387" y="4212709"/>
            <a:ext cx="8073699" cy="1873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B8A67B-AED5-9BB8-AEFF-B3981AB9A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04" y="4386057"/>
            <a:ext cx="3050275" cy="15272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AI-Powered Test Case Generator UI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169EA61-C175-4B7E-807B-58199DEA7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55E3FDC-2253-20BB-C29C-8AAFCBF8A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53" y="622427"/>
            <a:ext cx="7930047" cy="35870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DF87F1-7C3E-357F-A8B8-06CCC9985760}"/>
              </a:ext>
            </a:extLst>
          </p:cNvPr>
          <p:cNvSpPr txBox="1"/>
          <p:nvPr/>
        </p:nvSpPr>
        <p:spPr>
          <a:xfrm>
            <a:off x="4078042" y="4386720"/>
            <a:ext cx="4494458" cy="1526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dirty="0">
                <a:solidFill>
                  <a:srgbClr val="FFFFFF"/>
                </a:solidFill>
              </a:rPr>
              <a:t>The </a:t>
            </a:r>
            <a:r>
              <a:rPr lang="en-US" dirty="0" err="1">
                <a:solidFill>
                  <a:srgbClr val="FFFFFF"/>
                </a:solidFill>
              </a:rPr>
              <a:t>Streamlit</a:t>
            </a:r>
            <a:r>
              <a:rPr lang="en-US" dirty="0">
                <a:solidFill>
                  <a:srgbClr val="FFFFFF"/>
                </a:solidFill>
              </a:rPr>
              <a:t> application accepts software requirements as input and uses the fine-tuned OpenAI model to generate structured QA test cases.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00B707-F65C-FF73-2B82-DCD07928F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2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5</a:t>
            </a:fld>
            <a:endParaRPr lang="en-US" sz="1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335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D5FE7D-BD09-6230-A690-C239C05DB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B86EEAC6-011F-4499-ACFF-2FDC742DB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970F14D-B6E6-40EA-96B4-4E18D0CF9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8F77E5-2567-2435-8737-335863FD7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176764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Test Case Generation Input and Output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9E7894-A5B7-BB61-1B13-222C0B5E9B9F}"/>
              </a:ext>
            </a:extLst>
          </p:cNvPr>
          <p:cNvSpPr txBox="1"/>
          <p:nvPr/>
        </p:nvSpPr>
        <p:spPr>
          <a:xfrm>
            <a:off x="189690" y="3262184"/>
            <a:ext cx="2210611" cy="26440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000" b="1" dirty="0">
                <a:solidFill>
                  <a:srgbClr val="FFFFFF"/>
                </a:solidFill>
              </a:rPr>
              <a:t>Note</a:t>
            </a:r>
            <a:r>
              <a:rPr lang="en-US" dirty="0">
                <a:solidFill>
                  <a:srgbClr val="FFFFFF"/>
                </a:solidFill>
              </a:rPr>
              <a:t>: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dirty="0">
                <a:solidFill>
                  <a:srgbClr val="FFFFFF"/>
                </a:solidFill>
              </a:rPr>
              <a:t>Enter the requirement and click “Generate Test Cases.”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dirty="0">
                <a:solidFill>
                  <a:srgbClr val="FFFFFF"/>
                </a:solidFill>
              </a:rPr>
              <a:t>Use “Download Test Cases” to save/download test cases.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B5E845-F4CF-53E2-EEB5-A66E0B67D7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59" r="32921" b="2"/>
          <a:stretch>
            <a:fillRect/>
          </a:stretch>
        </p:blipFill>
        <p:spPr>
          <a:xfrm>
            <a:off x="2834172" y="758952"/>
            <a:ext cx="5829301" cy="533095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456224-7921-A0E4-9417-EA24CEBE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200" smtClean="0"/>
              <a:pPr>
                <a:spcAft>
                  <a:spcPts val="600"/>
                </a:spcAft>
              </a:pPr>
              <a:t>6</a:t>
            </a:fld>
            <a:endParaRPr 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6A09E7-F099-F6E1-13E5-7D6FBAACD038}"/>
              </a:ext>
            </a:extLst>
          </p:cNvPr>
          <p:cNvSpPr txBox="1"/>
          <p:nvPr/>
        </p:nvSpPr>
        <p:spPr>
          <a:xfrm>
            <a:off x="189689" y="2683190"/>
            <a:ext cx="2210611" cy="22711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016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67C5B-F6CB-47A4-6818-09B8619C5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B86EEAC6-011F-4499-ACFF-2FDC742DB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970F14D-B6E6-40EA-96B4-4E18D0CF9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BED38F-E018-741D-60C7-4BBE31BE5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165768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Test Case Generation Input and Output 2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880290-D4CE-EBED-C0DE-660D4DA14949}"/>
              </a:ext>
            </a:extLst>
          </p:cNvPr>
          <p:cNvSpPr txBox="1"/>
          <p:nvPr/>
        </p:nvSpPr>
        <p:spPr>
          <a:xfrm>
            <a:off x="189690" y="3429000"/>
            <a:ext cx="2210611" cy="247727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000" b="1" dirty="0">
                <a:solidFill>
                  <a:srgbClr val="FFFFFF"/>
                </a:solidFill>
              </a:rPr>
              <a:t>Note</a:t>
            </a:r>
            <a:r>
              <a:rPr lang="en-US" sz="2000" dirty="0">
                <a:solidFill>
                  <a:srgbClr val="FFFFFF"/>
                </a:solidFill>
              </a:rPr>
              <a:t>: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dirty="0">
                <a:solidFill>
                  <a:srgbClr val="FFFFFF"/>
                </a:solidFill>
              </a:rPr>
              <a:t>Enter the requirement and click “Generate Test Cases.”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dirty="0">
                <a:solidFill>
                  <a:srgbClr val="FFFFFF"/>
                </a:solidFill>
              </a:rPr>
              <a:t>Use “Download Test Cases” to save/download test cases.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4114F0-9357-3F5D-039F-6C4E2C834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200" smtClean="0"/>
              <a:pPr>
                <a:spcAft>
                  <a:spcPts val="600"/>
                </a:spcAft>
              </a:pPr>
              <a:t>7</a:t>
            </a:fld>
            <a:endParaRPr 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E647EC-8638-573A-88FC-533E9EB58198}"/>
              </a:ext>
            </a:extLst>
          </p:cNvPr>
          <p:cNvSpPr txBox="1"/>
          <p:nvPr/>
        </p:nvSpPr>
        <p:spPr>
          <a:xfrm>
            <a:off x="189689" y="2683190"/>
            <a:ext cx="2210611" cy="22711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33F3D6-5CFB-7DBA-CEA5-A87E51C5E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989" y="758952"/>
            <a:ext cx="6271909" cy="533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80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6EEAC6-011F-4499-ACFF-2FDC742DB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70F14D-B6E6-40EA-96B4-4E18D0CF9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86D4068-D045-48B0-9A00-198F2FE4B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ubes connected with a red line">
            <a:extLst>
              <a:ext uri="{FF2B5EF4-FFF2-40B4-BE49-F238E27FC236}">
                <a16:creationId xmlns:a16="http://schemas.microsoft.com/office/drawing/2014/main" id="{6BCE6ADF-75FE-821B-BC90-BDA1BD9864D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t="2573" r="-1" b="-1"/>
          <a:stretch>
            <a:fillRect/>
          </a:stretch>
        </p:blipFill>
        <p:spPr>
          <a:xfrm>
            <a:off x="20" y="1"/>
            <a:ext cx="9141694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2664C4B-AAE2-4AA0-8918-134E8086F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8" y="1123838"/>
            <a:ext cx="2374835" cy="46011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Results and Observations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0461BFEA-CDF7-7825-1081-C57AB30662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901951" y="864108"/>
          <a:ext cx="5486400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616F9FD8-4CFE-4C77-8F29-5D801C57E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8358B-8720-0F39-7AB5-4BEBC86D2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200" smtClean="0"/>
              <a:pPr>
                <a:spcAft>
                  <a:spcPts val="600"/>
                </a:spcAft>
              </a:pPr>
              <a:t>8</a:t>
            </a:fld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45DB188-4006-4207-A473-B4B569C5B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B4522D-D095-4687-BFB3-976E665A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AAD8036-96D8-496C-8006-37ACA5AD8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A4CBA9-3463-4C65-BF46-6B6C50E7F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2142" y="757325"/>
            <a:ext cx="2661858" cy="5329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1831" y="1123837"/>
            <a:ext cx="2393004" cy="46011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/>
              <a:t>Future Improvements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CEED6C-D39C-40AA-B89E-52C3FA5A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2A501-8A96-305A-A8A7-C81E7CB7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2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9</a:t>
            </a:fld>
            <a:endParaRPr lang="en-US" sz="1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B0AD90BA-F9E4-62E2-BCBF-28B9BFC2ED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4122869"/>
              </p:ext>
            </p:extLst>
          </p:nvPr>
        </p:nvGraphicFramePr>
        <p:xfrm>
          <a:off x="649985" y="933854"/>
          <a:ext cx="5470207" cy="5041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</p:spPr>
        <p:txBody>
          <a:bodyPr/>
          <a:lstStyle/>
          <a:p>
            <a:r>
              <a:rPr lang="en-US"/>
              <a:t>Conclusion</a:t>
            </a:r>
            <a:endParaRPr lang="en-US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2D3FEE3D-2D60-AC3D-001F-8E55464F10B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901951" y="864108"/>
          <a:ext cx="5486400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8FBC1-130E-56EF-760F-635E6833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1719</TotalTime>
  <Words>416</Words>
  <Application>Microsoft Macintosh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Times New Roman</vt:lpstr>
      <vt:lpstr>Wingdings 2</vt:lpstr>
      <vt:lpstr>Frame</vt:lpstr>
      <vt:lpstr>AI-Powered Test Case Generator</vt:lpstr>
      <vt:lpstr>Project           Overview</vt:lpstr>
      <vt:lpstr>Fine-Tuning Workflow</vt:lpstr>
      <vt:lpstr>Development Environment</vt:lpstr>
      <vt:lpstr>AI-Powered Test Case Generator UI</vt:lpstr>
      <vt:lpstr>Test Case Generation Input and Output 1</vt:lpstr>
      <vt:lpstr>Test Case Generation Input and Output 2</vt:lpstr>
      <vt:lpstr>Results and Observations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Roshan GC</cp:lastModifiedBy>
  <cp:revision>49</cp:revision>
  <dcterms:created xsi:type="dcterms:W3CDTF">2013-01-27T09:14:16Z</dcterms:created>
  <dcterms:modified xsi:type="dcterms:W3CDTF">2026-05-27T03:08:03Z</dcterms:modified>
  <cp:category/>
</cp:coreProperties>
</file>